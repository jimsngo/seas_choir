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 Black"/>
        <a:ea typeface="Arial Black"/>
        <a:cs typeface="Arial Black"/>
        <a:sym typeface="Arial Black"/>
      </a:defRPr>
    </a:lvl1pPr>
    <a:lvl2pPr marL="0" marR="0" indent="4572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 Black"/>
        <a:ea typeface="Arial Black"/>
        <a:cs typeface="Arial Black"/>
        <a:sym typeface="Arial Black"/>
      </a:defRPr>
    </a:lvl2pPr>
    <a:lvl3pPr marL="0" marR="0" indent="9144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 Black"/>
        <a:ea typeface="Arial Black"/>
        <a:cs typeface="Arial Black"/>
        <a:sym typeface="Arial Black"/>
      </a:defRPr>
    </a:lvl3pPr>
    <a:lvl4pPr marL="0" marR="0" indent="13716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 Black"/>
        <a:ea typeface="Arial Black"/>
        <a:cs typeface="Arial Black"/>
        <a:sym typeface="Arial Black"/>
      </a:defRPr>
    </a:lvl4pPr>
    <a:lvl5pPr marL="0" marR="0" indent="18288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 Black"/>
        <a:ea typeface="Arial Black"/>
        <a:cs typeface="Arial Black"/>
        <a:sym typeface="Arial Black"/>
      </a:defRPr>
    </a:lvl5pPr>
    <a:lvl6pPr marL="0" marR="0" indent="22860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 Black"/>
        <a:ea typeface="Arial Black"/>
        <a:cs typeface="Arial Black"/>
        <a:sym typeface="Arial Black"/>
      </a:defRPr>
    </a:lvl6pPr>
    <a:lvl7pPr marL="0" marR="0" indent="27432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 Black"/>
        <a:ea typeface="Arial Black"/>
        <a:cs typeface="Arial Black"/>
        <a:sym typeface="Arial Black"/>
      </a:defRPr>
    </a:lvl7pPr>
    <a:lvl8pPr marL="0" marR="0" indent="32004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 Black"/>
        <a:ea typeface="Arial Black"/>
        <a:cs typeface="Arial Black"/>
        <a:sym typeface="Arial Black"/>
      </a:defRPr>
    </a:lvl8pPr>
    <a:lvl9pPr marL="0" marR="0" indent="36576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 Black"/>
        <a:ea typeface="Arial Black"/>
        <a:cs typeface="Arial Black"/>
        <a:sym typeface="Arial Black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2032000" y="249249"/>
            <a:ext cx="8128000" cy="1016001"/>
          </a:xfrm>
          <a:prstGeom prst="rect">
            <a:avLst/>
          </a:prstGeom>
        </p:spPr>
        <p:txBody>
          <a:bodyPr/>
          <a:lstStyle>
            <a:lvl1pPr algn="ctr">
              <a:defRPr cap="all" sz="30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127000" y="1146380"/>
            <a:ext cx="11938000" cy="50800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SzTx/>
              <a:buFontTx/>
              <a:buNone/>
              <a:defRPr sz="3000">
                <a:latin typeface="Arial Black"/>
                <a:ea typeface="Arial Black"/>
                <a:cs typeface="Arial Black"/>
                <a:sym typeface="Arial Black"/>
              </a:defRPr>
            </a:lvl1pPr>
            <a:lvl2pPr marL="0" indent="228600" algn="ctr">
              <a:lnSpc>
                <a:spcPct val="100000"/>
              </a:lnSpc>
              <a:buSzTx/>
              <a:buFontTx/>
              <a:buNone/>
              <a:defRPr sz="3000">
                <a:latin typeface="Arial Black"/>
                <a:ea typeface="Arial Black"/>
                <a:cs typeface="Arial Black"/>
                <a:sym typeface="Arial Black"/>
              </a:defRPr>
            </a:lvl2pPr>
            <a:lvl3pPr marL="0" indent="457200" algn="ctr">
              <a:lnSpc>
                <a:spcPct val="100000"/>
              </a:lnSpc>
              <a:buSzTx/>
              <a:buFontTx/>
              <a:buNone/>
              <a:defRPr sz="3000">
                <a:latin typeface="Arial Black"/>
                <a:ea typeface="Arial Black"/>
                <a:cs typeface="Arial Black"/>
                <a:sym typeface="Arial Black"/>
              </a:defRPr>
            </a:lvl3pPr>
            <a:lvl4pPr marL="0" indent="685800" algn="ctr">
              <a:lnSpc>
                <a:spcPct val="100000"/>
              </a:lnSpc>
              <a:buSzTx/>
              <a:buFontTx/>
              <a:buNone/>
              <a:defRPr sz="3000">
                <a:latin typeface="Arial Black"/>
                <a:ea typeface="Arial Black"/>
                <a:cs typeface="Arial Black"/>
                <a:sym typeface="Arial Black"/>
              </a:defRPr>
            </a:lvl4pPr>
            <a:lvl5pPr marL="0" indent="914400" algn="ctr">
              <a:lnSpc>
                <a:spcPct val="100000"/>
              </a:lnSpc>
              <a:buSzTx/>
              <a:buFontTx/>
              <a:buNone/>
              <a:defRPr sz="3000">
                <a:latin typeface="Arial Black"/>
                <a:ea typeface="Arial Black"/>
                <a:cs typeface="Arial Black"/>
                <a:sym typeface="Arial Black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Text"/>
          <p:cNvSpPr txBox="1"/>
          <p:nvPr>
            <p:ph type="body" sz="quarter" idx="21"/>
          </p:nvPr>
        </p:nvSpPr>
        <p:spPr>
          <a:xfrm>
            <a:off x="6060335" y="6055528"/>
            <a:ext cx="655996" cy="42164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xfrm>
            <a:off x="9780726" y="6414761"/>
            <a:ext cx="258624" cy="248306"/>
          </a:xfrm>
          <a:prstGeom prst="rect">
            <a:avLst/>
          </a:prstGeom>
        </p:spPr>
        <p:txBody>
          <a:bodyPr/>
          <a:lstStyle>
            <a:lvl1pPr defTabSz="4572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SzTx/>
              <a:buFontTx/>
              <a:buNone/>
              <a:defRPr sz="3000">
                <a:latin typeface="Arial Black"/>
                <a:ea typeface="Arial Black"/>
                <a:cs typeface="Arial Black"/>
                <a:sym typeface="Arial Black"/>
              </a:defRPr>
            </a:lvl1pPr>
            <a:lvl2pPr marL="0" indent="457200" algn="ctr">
              <a:lnSpc>
                <a:spcPct val="100000"/>
              </a:lnSpc>
              <a:buSzTx/>
              <a:buFontTx/>
              <a:buNone/>
              <a:defRPr sz="3000">
                <a:latin typeface="Arial Black"/>
                <a:ea typeface="Arial Black"/>
                <a:cs typeface="Arial Black"/>
                <a:sym typeface="Arial Black"/>
              </a:defRPr>
            </a:lvl2pPr>
            <a:lvl3pPr marL="0" indent="914400" algn="ctr">
              <a:lnSpc>
                <a:spcPct val="100000"/>
              </a:lnSpc>
              <a:buSzTx/>
              <a:buFontTx/>
              <a:buNone/>
              <a:defRPr sz="3000">
                <a:latin typeface="Arial Black"/>
                <a:ea typeface="Arial Black"/>
                <a:cs typeface="Arial Black"/>
                <a:sym typeface="Arial Black"/>
              </a:defRPr>
            </a:lvl3pPr>
            <a:lvl4pPr marL="0" indent="1371600" algn="ctr">
              <a:lnSpc>
                <a:spcPct val="100000"/>
              </a:lnSpc>
              <a:buSzTx/>
              <a:buFontTx/>
              <a:buNone/>
              <a:defRPr sz="3000">
                <a:latin typeface="Arial Black"/>
                <a:ea typeface="Arial Black"/>
                <a:cs typeface="Arial Black"/>
                <a:sym typeface="Arial Black"/>
              </a:defRPr>
            </a:lvl4pPr>
            <a:lvl5pPr marL="0" indent="1828800" algn="ctr">
              <a:lnSpc>
                <a:spcPct val="100000"/>
              </a:lnSpc>
              <a:buSzTx/>
              <a:buFontTx/>
              <a:buNone/>
              <a:defRPr sz="3000">
                <a:latin typeface="Arial Black"/>
                <a:ea typeface="Arial Black"/>
                <a:cs typeface="Arial Black"/>
                <a:sym typeface="Arial Black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 algn="ctr">
              <a:defRPr cap="all" sz="30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 algn="ctr">
              <a:defRPr cap="all" sz="30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9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Jesus, My Everyth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Jesus, My Everything</a:t>
            </a:r>
          </a:p>
        </p:txBody>
      </p:sp>
      <p:sp>
        <p:nvSpPr>
          <p:cNvPr id="105" name="[Verse 1]…"/>
          <p:cNvSpPr txBox="1"/>
          <p:nvPr>
            <p:ph type="body" idx="1"/>
          </p:nvPr>
        </p:nvSpPr>
        <p:spPr>
          <a:xfrm>
            <a:off x="127000" y="1276541"/>
            <a:ext cx="11938000" cy="5080001"/>
          </a:xfrm>
          <a:prstGeom prst="rect">
            <a:avLst/>
          </a:prstGeom>
        </p:spPr>
        <p:txBody>
          <a:bodyPr/>
          <a:lstStyle/>
          <a:p>
            <a:pPr defTabSz="786384">
              <a:spcBef>
                <a:spcPts val="800"/>
              </a:spcBef>
              <a:defRPr sz="2580"/>
            </a:pPr>
            <a:r>
              <a:t>[Verse 1]</a:t>
            </a:r>
          </a:p>
          <a:p>
            <a:pPr defTabSz="786384">
              <a:spcBef>
                <a:spcPts val="800"/>
              </a:spcBef>
              <a:defRPr sz="2580"/>
            </a:pPr>
            <a:r>
              <a:t>I’ve been looking for a reason</a:t>
            </a:r>
          </a:p>
          <a:p>
            <a:pPr defTabSz="786384">
              <a:spcBef>
                <a:spcPts val="800"/>
              </a:spcBef>
              <a:defRPr sz="2580"/>
            </a:pPr>
            <a:r>
              <a:t>I've been longing for a purpose</a:t>
            </a:r>
          </a:p>
          <a:p>
            <a:pPr defTabSz="786384">
              <a:spcBef>
                <a:spcPts val="800"/>
              </a:spcBef>
              <a:defRPr sz="2580"/>
            </a:pPr>
            <a:r>
              <a:t>Losing all my meaning</a:t>
            </a:r>
          </a:p>
          <a:p>
            <a:pPr defTabSz="786384">
              <a:spcBef>
                <a:spcPts val="800"/>
              </a:spcBef>
              <a:defRPr sz="2580"/>
            </a:pPr>
            <a:r>
              <a:t>Run out of excuses</a:t>
            </a:r>
          </a:p>
          <a:p>
            <a:pPr defTabSz="786384">
              <a:spcBef>
                <a:spcPts val="800"/>
              </a:spcBef>
              <a:defRPr sz="2580"/>
            </a:pPr>
            <a:r>
              <a:t>Lord, it's hard to know You</a:t>
            </a:r>
          </a:p>
          <a:p>
            <a:pPr defTabSz="786384">
              <a:spcBef>
                <a:spcPts val="800"/>
              </a:spcBef>
              <a:defRPr sz="2580"/>
            </a:pPr>
            <a:r>
              <a:t>I don't always see Your plan</a:t>
            </a:r>
          </a:p>
          <a:p>
            <a:pPr defTabSz="786384">
              <a:spcBef>
                <a:spcPts val="800"/>
              </a:spcBef>
              <a:defRPr sz="2580"/>
            </a:pPr>
            <a:r>
              <a:t>But holiness is calling me</a:t>
            </a:r>
          </a:p>
          <a:p>
            <a:pPr defTabSz="786384">
              <a:spcBef>
                <a:spcPts val="800"/>
              </a:spcBef>
              <a:defRPr sz="2580"/>
            </a:pPr>
            <a:r>
              <a:t>So take me as I am</a:t>
            </a:r>
          </a:p>
        </p:txBody>
      </p:sp>
      <p:sp>
        <p:nvSpPr>
          <p:cNvPr id="106" name="© 2003, Matt Maher"/>
          <p:cNvSpPr txBox="1"/>
          <p:nvPr>
            <p:ph type="body" idx="21"/>
          </p:nvPr>
        </p:nvSpPr>
        <p:spPr>
          <a:xfrm>
            <a:off x="4824190" y="6399449"/>
            <a:ext cx="2543620" cy="4216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8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© 2003, Matt Maher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Jesus, My Everyth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Jesus, My Everything</a:t>
            </a:r>
          </a:p>
        </p:txBody>
      </p:sp>
      <p:sp>
        <p:nvSpPr>
          <p:cNvPr id="109" name="[Refrain]…"/>
          <p:cNvSpPr txBox="1"/>
          <p:nvPr>
            <p:ph type="body" idx="1"/>
          </p:nvPr>
        </p:nvSpPr>
        <p:spPr>
          <a:xfrm>
            <a:off x="127000" y="1276541"/>
            <a:ext cx="11938000" cy="5080001"/>
          </a:xfrm>
          <a:prstGeom prst="rect">
            <a:avLst/>
          </a:prstGeom>
        </p:spPr>
        <p:txBody>
          <a:bodyPr/>
          <a:lstStyle/>
          <a:p>
            <a:pPr defTabSz="868680">
              <a:spcBef>
                <a:spcPts val="900"/>
              </a:spcBef>
              <a:defRPr sz="2850"/>
            </a:pPr>
            <a:r>
              <a:t>[Refrain]</a:t>
            </a:r>
          </a:p>
          <a:p>
            <a:pPr defTabSz="868680">
              <a:spcBef>
                <a:spcPts val="900"/>
              </a:spcBef>
              <a:defRPr sz="2850"/>
            </a:pPr>
            <a:r>
              <a:t>‘Cause You are my everything</a:t>
            </a:r>
          </a:p>
          <a:p>
            <a:pPr defTabSz="868680">
              <a:spcBef>
                <a:spcPts val="900"/>
              </a:spcBef>
              <a:defRPr sz="2850"/>
            </a:pPr>
            <a:r>
              <a:t>You are the song I sing</a:t>
            </a:r>
          </a:p>
          <a:p>
            <a:pPr defTabSz="868680">
              <a:spcBef>
                <a:spcPts val="900"/>
              </a:spcBef>
              <a:defRPr sz="2850"/>
            </a:pPr>
            <a:r>
              <a:t>I'll do anything for You</a:t>
            </a:r>
          </a:p>
          <a:p>
            <a:pPr defTabSz="868680">
              <a:spcBef>
                <a:spcPts val="900"/>
              </a:spcBef>
              <a:defRPr sz="2850"/>
            </a:pPr>
            <a:r>
              <a:t>Teach me how to pray</a:t>
            </a:r>
          </a:p>
          <a:p>
            <a:pPr defTabSz="868680">
              <a:spcBef>
                <a:spcPts val="900"/>
              </a:spcBef>
              <a:defRPr sz="2850"/>
            </a:pPr>
            <a:r>
              <a:t>To live a life of grace</a:t>
            </a:r>
          </a:p>
          <a:p>
            <a:pPr defTabSz="868680">
              <a:spcBef>
                <a:spcPts val="900"/>
              </a:spcBef>
              <a:defRPr sz="2850"/>
            </a:pPr>
            <a:r>
              <a:t>I'll go anywhere for You</a:t>
            </a:r>
          </a:p>
          <a:p>
            <a:pPr defTabSz="868680">
              <a:spcBef>
                <a:spcPts val="900"/>
              </a:spcBef>
              <a:defRPr sz="2850"/>
            </a:pPr>
            <a:r>
              <a:t>Jesus, be my everything</a:t>
            </a:r>
          </a:p>
        </p:txBody>
      </p:sp>
      <p:sp>
        <p:nvSpPr>
          <p:cNvPr id="110" name="© 2003, Matt Maher"/>
          <p:cNvSpPr txBox="1"/>
          <p:nvPr>
            <p:ph type="body" idx="21"/>
          </p:nvPr>
        </p:nvSpPr>
        <p:spPr>
          <a:xfrm>
            <a:off x="4824190" y="6399449"/>
            <a:ext cx="2543620" cy="4216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8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© 2003, Matt Maher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Jesus, My Everyth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Jesus, My Everything</a:t>
            </a:r>
          </a:p>
        </p:txBody>
      </p:sp>
      <p:sp>
        <p:nvSpPr>
          <p:cNvPr id="113" name="[Verse 2]…"/>
          <p:cNvSpPr txBox="1"/>
          <p:nvPr>
            <p:ph type="body" idx="1"/>
          </p:nvPr>
        </p:nvSpPr>
        <p:spPr>
          <a:xfrm>
            <a:off x="127000" y="1276541"/>
            <a:ext cx="11938000" cy="5080001"/>
          </a:xfrm>
          <a:prstGeom prst="rect">
            <a:avLst/>
          </a:prstGeom>
        </p:spPr>
        <p:txBody>
          <a:bodyPr/>
          <a:lstStyle/>
          <a:p>
            <a:pPr defTabSz="786384">
              <a:spcBef>
                <a:spcPts val="800"/>
              </a:spcBef>
              <a:defRPr sz="2580"/>
            </a:pPr>
            <a:r>
              <a:t>[Verse 2]</a:t>
            </a:r>
          </a:p>
          <a:p>
            <a:pPr defTabSz="786384">
              <a:spcBef>
                <a:spcPts val="800"/>
              </a:spcBef>
              <a:defRPr sz="2580"/>
            </a:pPr>
            <a:r>
              <a:t>Lord, I get so tired</a:t>
            </a:r>
          </a:p>
          <a:p>
            <a:pPr defTabSz="786384">
              <a:spcBef>
                <a:spcPts val="800"/>
              </a:spcBef>
              <a:defRPr sz="2580"/>
            </a:pPr>
            <a:r>
              <a:t>Of the struggle within</a:t>
            </a:r>
          </a:p>
          <a:p>
            <a:pPr defTabSz="786384">
              <a:spcBef>
                <a:spcPts val="800"/>
              </a:spcBef>
              <a:defRPr sz="2580"/>
            </a:pPr>
            <a:r>
              <a:t>I settle in complacency</a:t>
            </a:r>
          </a:p>
          <a:p>
            <a:pPr defTabSz="786384">
              <a:spcBef>
                <a:spcPts val="800"/>
              </a:spcBef>
              <a:defRPr sz="2580"/>
            </a:pPr>
            <a:r>
              <a:t>And I'm weighed down in my sins</a:t>
            </a:r>
          </a:p>
          <a:p>
            <a:pPr defTabSz="786384">
              <a:spcBef>
                <a:spcPts val="800"/>
              </a:spcBef>
              <a:defRPr sz="2580"/>
            </a:pPr>
            <a:r>
              <a:t>So lead me past emotion</a:t>
            </a:r>
          </a:p>
          <a:p>
            <a:pPr defTabSz="786384">
              <a:spcBef>
                <a:spcPts val="800"/>
              </a:spcBef>
              <a:defRPr sz="2580"/>
            </a:pPr>
            <a:r>
              <a:t>'Cause they change with the wind</a:t>
            </a:r>
          </a:p>
          <a:p>
            <a:pPr defTabSz="786384">
              <a:spcBef>
                <a:spcPts val="800"/>
              </a:spcBef>
              <a:defRPr sz="2580"/>
            </a:pPr>
            <a:r>
              <a:t>I want to be a true disciple</a:t>
            </a:r>
          </a:p>
          <a:p>
            <a:pPr defTabSz="786384">
              <a:spcBef>
                <a:spcPts val="800"/>
              </a:spcBef>
              <a:defRPr sz="2580"/>
            </a:pPr>
            <a:r>
              <a:t>To daily choose Your hand</a:t>
            </a:r>
          </a:p>
        </p:txBody>
      </p:sp>
      <p:sp>
        <p:nvSpPr>
          <p:cNvPr id="114" name="© 2003, Matt Maher"/>
          <p:cNvSpPr txBox="1"/>
          <p:nvPr>
            <p:ph type="body" idx="21"/>
          </p:nvPr>
        </p:nvSpPr>
        <p:spPr>
          <a:xfrm>
            <a:off x="4824190" y="6399449"/>
            <a:ext cx="2543620" cy="4216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8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© 2003, Matt Maher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Jesus, My Everyth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Jesus, My Everything</a:t>
            </a:r>
          </a:p>
        </p:txBody>
      </p:sp>
      <p:sp>
        <p:nvSpPr>
          <p:cNvPr id="117" name="[Refrain]…"/>
          <p:cNvSpPr txBox="1"/>
          <p:nvPr>
            <p:ph type="body" idx="1"/>
          </p:nvPr>
        </p:nvSpPr>
        <p:spPr>
          <a:xfrm>
            <a:off x="127000" y="1276541"/>
            <a:ext cx="11938000" cy="5080001"/>
          </a:xfrm>
          <a:prstGeom prst="rect">
            <a:avLst/>
          </a:prstGeom>
        </p:spPr>
        <p:txBody>
          <a:bodyPr/>
          <a:lstStyle/>
          <a:p>
            <a:pPr defTabSz="868680">
              <a:spcBef>
                <a:spcPts val="900"/>
              </a:spcBef>
              <a:defRPr sz="2850"/>
            </a:pPr>
            <a:r>
              <a:t>[Refrain]</a:t>
            </a:r>
          </a:p>
          <a:p>
            <a:pPr defTabSz="868680">
              <a:spcBef>
                <a:spcPts val="900"/>
              </a:spcBef>
              <a:defRPr sz="2850"/>
            </a:pPr>
            <a:r>
              <a:t>‘Cause You are my everything</a:t>
            </a:r>
          </a:p>
          <a:p>
            <a:pPr defTabSz="868680">
              <a:spcBef>
                <a:spcPts val="900"/>
              </a:spcBef>
              <a:defRPr sz="2850"/>
            </a:pPr>
            <a:r>
              <a:t>You are the song I sing</a:t>
            </a:r>
          </a:p>
          <a:p>
            <a:pPr defTabSz="868680">
              <a:spcBef>
                <a:spcPts val="900"/>
              </a:spcBef>
              <a:defRPr sz="2850"/>
            </a:pPr>
            <a:r>
              <a:t>I'll do anything for You</a:t>
            </a:r>
          </a:p>
          <a:p>
            <a:pPr defTabSz="868680">
              <a:spcBef>
                <a:spcPts val="900"/>
              </a:spcBef>
              <a:defRPr sz="2850"/>
            </a:pPr>
            <a:r>
              <a:t>Teach me how to pray</a:t>
            </a:r>
          </a:p>
          <a:p>
            <a:pPr defTabSz="868680">
              <a:spcBef>
                <a:spcPts val="900"/>
              </a:spcBef>
              <a:defRPr sz="2850"/>
            </a:pPr>
            <a:r>
              <a:t>To live a life of grace</a:t>
            </a:r>
          </a:p>
          <a:p>
            <a:pPr defTabSz="868680">
              <a:spcBef>
                <a:spcPts val="900"/>
              </a:spcBef>
              <a:defRPr sz="2850"/>
            </a:pPr>
            <a:r>
              <a:t>I'll go anywhere for You</a:t>
            </a:r>
          </a:p>
          <a:p>
            <a:pPr defTabSz="868680">
              <a:spcBef>
                <a:spcPts val="900"/>
              </a:spcBef>
              <a:defRPr sz="2850"/>
            </a:pPr>
            <a:r>
              <a:t>Jesus, be my everything</a:t>
            </a:r>
          </a:p>
        </p:txBody>
      </p:sp>
      <p:sp>
        <p:nvSpPr>
          <p:cNvPr id="118" name="© 2003, Matt Maher"/>
          <p:cNvSpPr txBox="1"/>
          <p:nvPr>
            <p:ph type="body" idx="21"/>
          </p:nvPr>
        </p:nvSpPr>
        <p:spPr>
          <a:xfrm>
            <a:off x="4824190" y="6399449"/>
            <a:ext cx="2543620" cy="4216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8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© 2003, Matt Maher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 Black"/>
            <a:ea typeface="Arial Black"/>
            <a:cs typeface="Arial Black"/>
            <a:sym typeface="Arial Blac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 Black"/>
            <a:ea typeface="Arial Black"/>
            <a:cs typeface="Arial Black"/>
            <a:sym typeface="Arial Blac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