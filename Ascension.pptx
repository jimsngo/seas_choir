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media/image1.jpeg" ContentType="image/jpeg"/>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media/image2.jpeg" ContentType="image/jpeg"/>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media/image3.jpeg" ContentType="image/jpeg"/>
  <Override PartName="/ppt/notesSlides/notesSlide11.xml" ContentType="application/vnd.openxmlformats-officedocument.presentationml.notesSlide+xml"/>
  <Override PartName="/ppt/media/image4.jpeg" ContentType="image/jpeg"/>
  <Override PartName="/ppt/media/image5.jpeg" ContentType="image/jpeg"/>
  <Override PartName="/ppt/media/image6.jpeg" ContentType="image/jpeg"/>
  <Override PartName="/ppt/media/image7.jpeg" ContentType="image/jpeg"/>
  <Override PartName="/ppt/media/image8.jpeg" ContentType="image/jpeg"/>
  <Override PartName="/ppt/media/image9.jpeg" ContentType="image/jpeg"/>
  <Override PartName="/ppt/notesSlides/notesSlide12.xml" ContentType="application/vnd.openxmlformats-officedocument.presentationml.notesSlide+xml"/>
  <Override PartName="/ppt/media/image10.jpeg" ContentType="image/jpeg"/>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b="def" i="def"/>
      <a:tcStyle>
        <a:tcBdr/>
        <a:fill>
          <a:solidFill>
            <a:srgbClr val="E8EBF5"/>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b="def" i="def"/>
      <a:tcStyle>
        <a:tcBdr/>
        <a:fill>
          <a:solidFill>
            <a:srgbClr val="F0F0F0"/>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b="def" i="def"/>
      <a:tcStyle>
        <a:tcBdr/>
        <a:fill>
          <a:solidFill>
            <a:srgbClr val="EBF1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91" name="Shape 91"/>
          <p:cNvSpPr/>
          <p:nvPr>
            <p:ph type="sldImg"/>
          </p:nvPr>
        </p:nvSpPr>
        <p:spPr>
          <a:xfrm>
            <a:off x="1143000" y="685800"/>
            <a:ext cx="4572000" cy="3429000"/>
          </a:xfrm>
          <a:prstGeom prst="rect">
            <a:avLst/>
          </a:prstGeom>
        </p:spPr>
        <p:txBody>
          <a:bodyPr/>
          <a:lstStyle/>
          <a:p>
            <a:pPr/>
          </a:p>
        </p:txBody>
      </p:sp>
      <p:sp>
        <p:nvSpPr>
          <p:cNvPr id="92" name="Shape 92"/>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n-lt"/>
        <a:ea typeface="+mn-ea"/>
        <a:cs typeface="+mn-cs"/>
        <a:sym typeface="Calibri"/>
      </a:defRPr>
    </a:lvl1pPr>
    <a:lvl2pPr indent="228600" latinLnBrk="0">
      <a:defRPr sz="1200">
        <a:latin typeface="+mn-lt"/>
        <a:ea typeface="+mn-ea"/>
        <a:cs typeface="+mn-cs"/>
        <a:sym typeface="Calibri"/>
      </a:defRPr>
    </a:lvl2pPr>
    <a:lvl3pPr indent="457200" latinLnBrk="0">
      <a:defRPr sz="1200">
        <a:latin typeface="+mn-lt"/>
        <a:ea typeface="+mn-ea"/>
        <a:cs typeface="+mn-cs"/>
        <a:sym typeface="Calibri"/>
      </a:defRPr>
    </a:lvl3pPr>
    <a:lvl4pPr indent="685800" latinLnBrk="0">
      <a:defRPr sz="1200">
        <a:latin typeface="+mn-lt"/>
        <a:ea typeface="+mn-ea"/>
        <a:cs typeface="+mn-cs"/>
        <a:sym typeface="Calibri"/>
      </a:defRPr>
    </a:lvl4pPr>
    <a:lvl5pPr indent="914400" latinLnBrk="0">
      <a:defRPr sz="1200">
        <a:latin typeface="+mn-lt"/>
        <a:ea typeface="+mn-ea"/>
        <a:cs typeface="+mn-cs"/>
        <a:sym typeface="Calibri"/>
      </a:defRPr>
    </a:lvl5pPr>
    <a:lvl6pPr indent="1143000" latinLnBrk="0">
      <a:defRPr sz="1200">
        <a:latin typeface="+mn-lt"/>
        <a:ea typeface="+mn-ea"/>
        <a:cs typeface="+mn-cs"/>
        <a:sym typeface="Calibri"/>
      </a:defRPr>
    </a:lvl6pPr>
    <a:lvl7pPr indent="1371600" latinLnBrk="0">
      <a:defRPr sz="1200">
        <a:latin typeface="+mn-lt"/>
        <a:ea typeface="+mn-ea"/>
        <a:cs typeface="+mn-cs"/>
        <a:sym typeface="Calibri"/>
      </a:defRPr>
    </a:lvl7pPr>
    <a:lvl8pPr indent="1600200" latinLnBrk="0">
      <a:defRPr sz="1200">
        <a:latin typeface="+mn-lt"/>
        <a:ea typeface="+mn-ea"/>
        <a:cs typeface="+mn-cs"/>
        <a:sym typeface="Calibri"/>
      </a:defRPr>
    </a:lvl8pPr>
    <a:lvl9pPr indent="1828800" latinLnBrk="0">
      <a:defRPr sz="1200">
        <a:latin typeface="+mn-lt"/>
        <a:ea typeface="+mn-ea"/>
        <a:cs typeface="+mn-cs"/>
        <a:sym typeface="Calibri"/>
      </a:defRPr>
    </a:lvl9pPr>
  </p:notesStyle>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3.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4.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5.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6.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7.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8.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9.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10.xml.rels><?xml version="1.0" encoding="UTF-8"?>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Relationships>

</file>

<file path=ppt/notesSlides/_rels/notesSlide11.xml.rels><?xml version="1.0" encoding="UTF-8"?>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Relationships>

</file>

<file path=ppt/notesSlides/_rels/notesSlide12.xml.rels><?xml version="1.0" encoding="UTF-8"?>
<Relationships xmlns="http://schemas.openxmlformats.org/package/2006/relationships"><Relationship Id="rId1" Type="http://schemas.openxmlformats.org/officeDocument/2006/relationships/slide" Target="../slides/slide27.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6" name="Shape 96"/>
          <p:cNvSpPr/>
          <p:nvPr>
            <p:ph type="sldImg"/>
          </p:nvPr>
        </p:nvSpPr>
        <p:spPr>
          <a:prstGeom prst="rect">
            <a:avLst/>
          </a:prstGeom>
        </p:spPr>
        <p:txBody>
          <a:bodyPr/>
          <a:lstStyle/>
          <a:p>
            <a:pPr/>
          </a:p>
        </p:txBody>
      </p:sp>
      <p:sp>
        <p:nvSpPr>
          <p:cNvPr id="97" name="Shape 97"/>
          <p:cNvSpPr/>
          <p:nvPr>
            <p:ph type="body" sz="quarter" idx="1"/>
          </p:nvPr>
        </p:nvSpPr>
        <p:spPr>
          <a:prstGeom prst="rect">
            <a:avLst/>
          </a:prstGeom>
        </p:spPr>
        <p:txBody>
          <a:bodyPr/>
          <a:lstStyle/>
          <a:p>
            <a:pPr/>
            <a:r>
              <a:t>This and following for the first reading</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5" name="Shape 105"/>
          <p:cNvSpPr/>
          <p:nvPr>
            <p:ph type="sldImg"/>
          </p:nvPr>
        </p:nvSpPr>
        <p:spPr>
          <a:prstGeom prst="rect">
            <a:avLst/>
          </a:prstGeom>
        </p:spPr>
        <p:txBody>
          <a:bodyPr/>
          <a:lstStyle/>
          <a:p>
            <a:pPr/>
          </a:p>
        </p:txBody>
      </p:sp>
      <p:sp>
        <p:nvSpPr>
          <p:cNvPr id="106" name="Shape 106"/>
          <p:cNvSpPr/>
          <p:nvPr>
            <p:ph type="body" sz="quarter" idx="1"/>
          </p:nvPr>
        </p:nvSpPr>
        <p:spPr>
          <a:prstGeom prst="rect">
            <a:avLst/>
          </a:prstGeom>
        </p:spPr>
        <p:txBody>
          <a:bodyPr/>
          <a:lstStyle/>
          <a:p>
            <a:pPr/>
            <a:r>
              <a:t>Filler between 1</a:t>
            </a:r>
            <a:r>
              <a:rPr baseline="30000"/>
              <a:t>st</a:t>
            </a:r>
            <a:r>
              <a:t> Reading and Responsorial Psalm.</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1" name="Shape 111"/>
          <p:cNvSpPr/>
          <p:nvPr>
            <p:ph type="sldImg"/>
          </p:nvPr>
        </p:nvSpPr>
        <p:spPr>
          <a:prstGeom prst="rect">
            <a:avLst/>
          </a:prstGeom>
        </p:spPr>
        <p:txBody>
          <a:bodyPr/>
          <a:lstStyle/>
          <a:p>
            <a:pPr/>
          </a:p>
        </p:txBody>
      </p:sp>
      <p:sp>
        <p:nvSpPr>
          <p:cNvPr id="112" name="Shape 112"/>
          <p:cNvSpPr/>
          <p:nvPr>
            <p:ph type="body" sz="quarter" idx="1"/>
          </p:nvPr>
        </p:nvSpPr>
        <p:spPr>
          <a:prstGeom prst="rect">
            <a:avLst/>
          </a:prstGeom>
        </p:spPr>
        <p:txBody>
          <a:bodyPr/>
          <a:lstStyle/>
          <a:p>
            <a:pPr/>
            <a:r>
              <a:t>This and following for  Responsorial Psalm.</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5" name="Shape 125"/>
          <p:cNvSpPr/>
          <p:nvPr>
            <p:ph type="sldImg"/>
          </p:nvPr>
        </p:nvSpPr>
        <p:spPr>
          <a:prstGeom prst="rect">
            <a:avLst/>
          </a:prstGeom>
        </p:spPr>
        <p:txBody>
          <a:bodyPr/>
          <a:lstStyle/>
          <a:p>
            <a:pPr/>
          </a:p>
        </p:txBody>
      </p:sp>
      <p:sp>
        <p:nvSpPr>
          <p:cNvPr id="126" name="Shape 126"/>
          <p:cNvSpPr/>
          <p:nvPr>
            <p:ph type="body" sz="quarter" idx="1"/>
          </p:nvPr>
        </p:nvSpPr>
        <p:spPr>
          <a:prstGeom prst="rect">
            <a:avLst/>
          </a:prstGeom>
        </p:spPr>
        <p:txBody>
          <a:bodyPr/>
          <a:lstStyle/>
          <a:p>
            <a:pPr/>
            <a:r>
              <a:t>Filler between Responsorial Psalm and 2</a:t>
            </a:r>
            <a:r>
              <a:rPr baseline="30000"/>
              <a:t>nd</a:t>
            </a:r>
            <a:r>
              <a:t> Reading.</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0" name="Shape 130"/>
          <p:cNvSpPr/>
          <p:nvPr>
            <p:ph type="sldImg"/>
          </p:nvPr>
        </p:nvSpPr>
        <p:spPr>
          <a:prstGeom prst="rect">
            <a:avLst/>
          </a:prstGeom>
        </p:spPr>
        <p:txBody>
          <a:bodyPr/>
          <a:lstStyle/>
          <a:p>
            <a:pPr/>
          </a:p>
        </p:txBody>
      </p:sp>
      <p:sp>
        <p:nvSpPr>
          <p:cNvPr id="131" name="Shape 131"/>
          <p:cNvSpPr/>
          <p:nvPr>
            <p:ph type="body" sz="quarter" idx="1"/>
          </p:nvPr>
        </p:nvSpPr>
        <p:spPr>
          <a:prstGeom prst="rect">
            <a:avLst/>
          </a:prstGeom>
        </p:spPr>
        <p:txBody>
          <a:bodyPr/>
          <a:lstStyle/>
          <a:p>
            <a:pPr/>
            <a:r>
              <a:t>This and following for 2</a:t>
            </a:r>
            <a:r>
              <a:rPr baseline="30000"/>
              <a:t>nd</a:t>
            </a:r>
            <a:r>
              <a:t> reading.</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9" name="Shape 139"/>
          <p:cNvSpPr/>
          <p:nvPr>
            <p:ph type="sldImg"/>
          </p:nvPr>
        </p:nvSpPr>
        <p:spPr>
          <a:prstGeom prst="rect">
            <a:avLst/>
          </a:prstGeom>
        </p:spPr>
        <p:txBody>
          <a:bodyPr/>
          <a:lstStyle/>
          <a:p>
            <a:pPr/>
          </a:p>
        </p:txBody>
      </p:sp>
      <p:sp>
        <p:nvSpPr>
          <p:cNvPr id="140" name="Shape 140"/>
          <p:cNvSpPr/>
          <p:nvPr>
            <p:ph type="body" sz="quarter" idx="1"/>
          </p:nvPr>
        </p:nvSpPr>
        <p:spPr>
          <a:prstGeom prst="rect">
            <a:avLst/>
          </a:prstGeom>
        </p:spPr>
        <p:txBody>
          <a:bodyPr/>
          <a:lstStyle/>
          <a:p>
            <a:pPr/>
            <a:r>
              <a:t>Filler between 2</a:t>
            </a:r>
            <a:r>
              <a:rPr baseline="30000"/>
              <a:t>nd</a:t>
            </a:r>
            <a:r>
              <a:t> Reading and Gospel Acclamation</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4" name="Shape 144"/>
          <p:cNvSpPr/>
          <p:nvPr>
            <p:ph type="sldImg"/>
          </p:nvPr>
        </p:nvSpPr>
        <p:spPr>
          <a:prstGeom prst="rect">
            <a:avLst/>
          </a:prstGeom>
        </p:spPr>
        <p:txBody>
          <a:bodyPr/>
          <a:lstStyle/>
          <a:p>
            <a:pPr/>
          </a:p>
        </p:txBody>
      </p:sp>
      <p:sp>
        <p:nvSpPr>
          <p:cNvPr id="145" name="Shape 145"/>
          <p:cNvSpPr/>
          <p:nvPr>
            <p:ph type="body" sz="quarter" idx="1"/>
          </p:nvPr>
        </p:nvSpPr>
        <p:spPr>
          <a:prstGeom prst="rect">
            <a:avLst/>
          </a:prstGeom>
        </p:spPr>
        <p:txBody>
          <a:bodyPr/>
          <a:lstStyle/>
          <a:p>
            <a:pPr/>
            <a:r>
              <a:t>Gospel Acclamation (alleluia)</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9" name="Shape 149"/>
          <p:cNvSpPr/>
          <p:nvPr>
            <p:ph type="sldImg"/>
          </p:nvPr>
        </p:nvSpPr>
        <p:spPr>
          <a:prstGeom prst="rect">
            <a:avLst/>
          </a:prstGeom>
        </p:spPr>
        <p:txBody>
          <a:bodyPr/>
          <a:lstStyle/>
          <a:p>
            <a:pPr/>
          </a:p>
        </p:txBody>
      </p:sp>
      <p:sp>
        <p:nvSpPr>
          <p:cNvPr id="150" name="Shape 150"/>
          <p:cNvSpPr/>
          <p:nvPr>
            <p:ph type="body" sz="quarter" idx="1"/>
          </p:nvPr>
        </p:nvSpPr>
        <p:spPr>
          <a:prstGeom prst="rect">
            <a:avLst/>
          </a:prstGeom>
        </p:spPr>
        <p:txBody>
          <a:bodyPr/>
          <a:lstStyle/>
          <a:p>
            <a:pPr/>
            <a:r>
              <a:t>Filler between Gospel Acclamation (alleluia) and Gospel.</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4" name="Shape 154"/>
          <p:cNvSpPr/>
          <p:nvPr>
            <p:ph type="sldImg"/>
          </p:nvPr>
        </p:nvSpPr>
        <p:spPr>
          <a:prstGeom prst="rect">
            <a:avLst/>
          </a:prstGeom>
        </p:spPr>
        <p:txBody>
          <a:bodyPr/>
          <a:lstStyle/>
          <a:p>
            <a:pPr/>
          </a:p>
        </p:txBody>
      </p:sp>
      <p:sp>
        <p:nvSpPr>
          <p:cNvPr id="155" name="Shape 155"/>
          <p:cNvSpPr/>
          <p:nvPr>
            <p:ph type="body" sz="quarter" idx="1"/>
          </p:nvPr>
        </p:nvSpPr>
        <p:spPr>
          <a:prstGeom prst="rect">
            <a:avLst/>
          </a:prstGeom>
        </p:spPr>
        <p:txBody>
          <a:bodyPr/>
          <a:lstStyle/>
          <a:p>
            <a:pPr/>
            <a:r>
              <a:t>This and following for Gospel.</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2" name="Shape 162"/>
          <p:cNvSpPr/>
          <p:nvPr>
            <p:ph type="sldImg"/>
          </p:nvPr>
        </p:nvSpPr>
        <p:spPr>
          <a:prstGeom prst="rect">
            <a:avLst/>
          </a:prstGeom>
        </p:spPr>
        <p:txBody>
          <a:bodyPr/>
          <a:lstStyle/>
          <a:p>
            <a:pPr/>
          </a:p>
        </p:txBody>
      </p:sp>
      <p:sp>
        <p:nvSpPr>
          <p:cNvPr id="163" name="Shape 163"/>
          <p:cNvSpPr/>
          <p:nvPr>
            <p:ph type="body" sz="quarter" idx="1"/>
          </p:nvPr>
        </p:nvSpPr>
        <p:spPr>
          <a:prstGeom prst="rect">
            <a:avLst/>
          </a:prstGeom>
        </p:spPr>
        <p:txBody>
          <a:bodyPr/>
          <a:lstStyle/>
          <a:p>
            <a:pPr/>
            <a:r>
              <a:t>For Homilly.</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66" name="Shape 166"/>
          <p:cNvSpPr/>
          <p:nvPr>
            <p:ph type="sldImg"/>
          </p:nvPr>
        </p:nvSpPr>
        <p:spPr>
          <a:prstGeom prst="rect">
            <a:avLst/>
          </a:prstGeom>
        </p:spPr>
        <p:txBody>
          <a:bodyPr/>
          <a:lstStyle/>
          <a:p>
            <a:pPr/>
          </a:p>
        </p:txBody>
      </p:sp>
      <p:sp>
        <p:nvSpPr>
          <p:cNvPr id="167" name="Shape 167"/>
          <p:cNvSpPr/>
          <p:nvPr>
            <p:ph type="body" sz="quarter" idx="1"/>
          </p:nvPr>
        </p:nvSpPr>
        <p:spPr>
          <a:prstGeom prst="rect">
            <a:avLst/>
          </a:prstGeom>
        </p:spPr>
        <p:txBody>
          <a:bodyPr/>
          <a:lstStyle/>
          <a:p>
            <a:pPr/>
            <a:r>
              <a:t>Announcements this and following</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5" name="Shape 205"/>
          <p:cNvSpPr/>
          <p:nvPr>
            <p:ph type="sldImg"/>
          </p:nvPr>
        </p:nvSpPr>
        <p:spPr>
          <a:prstGeom prst="rect">
            <a:avLst/>
          </a:prstGeom>
        </p:spPr>
        <p:txBody>
          <a:bodyPr/>
          <a:lstStyle/>
          <a:p>
            <a:pPr/>
          </a:p>
        </p:txBody>
      </p:sp>
      <p:sp>
        <p:nvSpPr>
          <p:cNvPr id="206" name="Shape 206"/>
          <p:cNvSpPr/>
          <p:nvPr>
            <p:ph type="body" sz="quarter" idx="1"/>
          </p:nvPr>
        </p:nvSpPr>
        <p:spPr>
          <a:prstGeom prst="rect">
            <a:avLst/>
          </a:prstGeom>
        </p:spPr>
        <p:txBody>
          <a:bodyPr/>
          <a:lstStyle/>
          <a:p>
            <a:pPr/>
            <a:r>
              <a:t>Final blessing and dismissal.</a:t>
            </a:r>
          </a:p>
        </p:txBody>
      </p:sp>
    </p:spTree>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itle" showMasterSp="1" showMasterPhAnim="1">
  <p:cSld name="Title Slide">
    <p:spTree>
      <p:nvGrpSpPr>
        <p:cNvPr id="1" name=""/>
        <p:cNvGrpSpPr/>
        <p:nvPr/>
      </p:nvGrpSpPr>
      <p:grpSpPr>
        <a:xfrm>
          <a:off x="0" y="0"/>
          <a:ext cx="0" cy="0"/>
          <a:chOff x="0" y="0"/>
          <a:chExt cx="0" cy="0"/>
        </a:xfrm>
      </p:grpSpPr>
      <p:sp>
        <p:nvSpPr>
          <p:cNvPr id="11" name="Title Text"/>
          <p:cNvSpPr txBox="1"/>
          <p:nvPr>
            <p:ph type="title"/>
          </p:nvPr>
        </p:nvSpPr>
        <p:spPr>
          <a:xfrm>
            <a:off x="1524000" y="1122362"/>
            <a:ext cx="9144000" cy="2387601"/>
          </a:xfrm>
          <a:prstGeom prst="rect">
            <a:avLst/>
          </a:prstGeom>
        </p:spPr>
        <p:txBody>
          <a:bodyPr anchor="b"/>
          <a:lstStyle>
            <a:lvl1pPr algn="ctr">
              <a:defRPr sz="6000"/>
            </a:lvl1pPr>
          </a:lstStyle>
          <a:p>
            <a:pPr/>
            <a:r>
              <a:t>Title Text</a:t>
            </a:r>
          </a:p>
        </p:txBody>
      </p:sp>
      <p:sp>
        <p:nvSpPr>
          <p:cNvPr id="12" name="Body Level One…"/>
          <p:cNvSpPr txBox="1"/>
          <p:nvPr>
            <p:ph type="body" sz="quarter" idx="1"/>
          </p:nvPr>
        </p:nvSpPr>
        <p:spPr>
          <a:xfrm>
            <a:off x="1524000" y="3602037"/>
            <a:ext cx="9144000" cy="1655763"/>
          </a:xfrm>
          <a:prstGeom prst="rect">
            <a:avLst/>
          </a:prstGeom>
        </p:spPr>
        <p:txBody>
          <a:bodyPr/>
          <a:lstStyle>
            <a:lvl1pPr marL="0" indent="0" algn="ctr">
              <a:buSzTx/>
              <a:buFontTx/>
              <a:buNone/>
              <a:defRPr sz="2400"/>
            </a:lvl1pPr>
            <a:lvl2pPr marL="0" indent="457200" algn="ctr">
              <a:buSzTx/>
              <a:buFontTx/>
              <a:buNone/>
              <a:defRPr sz="2400"/>
            </a:lvl2pPr>
            <a:lvl3pPr marL="0" indent="914400" algn="ctr">
              <a:buSzTx/>
              <a:buFontTx/>
              <a:buNone/>
              <a:defRPr sz="2400"/>
            </a:lvl3pPr>
            <a:lvl4pPr marL="0" indent="1371600" algn="ctr">
              <a:buSzTx/>
              <a:buFontTx/>
              <a:buNone/>
              <a:defRPr sz="2400"/>
            </a:lvl4pPr>
            <a:lvl5pPr marL="0" indent="1828800" algn="ctr">
              <a:buSzTx/>
              <a:buFontTx/>
              <a:buNone/>
              <a:defRPr sz="2400"/>
            </a:lvl5pPr>
          </a:lstStyle>
          <a:p>
            <a:pPr/>
            <a:r>
              <a:t>Body Level One</a:t>
            </a:r>
          </a:p>
          <a:p>
            <a:pPr lvl="1"/>
            <a:r>
              <a:t>Body Level Two</a:t>
            </a:r>
          </a:p>
          <a:p>
            <a:pPr lvl="2"/>
            <a:r>
              <a:t>Body Level Three</a:t>
            </a:r>
          </a:p>
          <a:p>
            <a:pPr lvl="3"/>
            <a:r>
              <a:t>Body Level Four</a:t>
            </a:r>
          </a:p>
          <a:p>
            <a:pPr lvl="4"/>
            <a:r>
              <a:t>Body Level Five</a:t>
            </a:r>
          </a:p>
        </p:txBody>
      </p:sp>
      <p:sp>
        <p:nvSpPr>
          <p:cNvPr id="13"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2.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and Content">
    <p:spTree>
      <p:nvGrpSpPr>
        <p:cNvPr id="1" name=""/>
        <p:cNvGrpSpPr/>
        <p:nvPr/>
      </p:nvGrpSpPr>
      <p:grpSpPr>
        <a:xfrm>
          <a:off x="0" y="0"/>
          <a:ext cx="0" cy="0"/>
          <a:chOff x="0" y="0"/>
          <a:chExt cx="0" cy="0"/>
        </a:xfrm>
      </p:grpSpPr>
      <p:sp>
        <p:nvSpPr>
          <p:cNvPr id="20" name="Title Text"/>
          <p:cNvSpPr txBox="1"/>
          <p:nvPr>
            <p:ph type="title"/>
          </p:nvPr>
        </p:nvSpPr>
        <p:spPr>
          <a:prstGeom prst="rect">
            <a:avLst/>
          </a:prstGeom>
        </p:spPr>
        <p:txBody>
          <a:bodyPr/>
          <a:lstStyle/>
          <a:p>
            <a:pPr/>
            <a:r>
              <a:t>Title Text</a:t>
            </a:r>
          </a:p>
        </p:txBody>
      </p:sp>
      <p:sp>
        <p:nvSpPr>
          <p:cNvPr id="21" name="Body Level One…"/>
          <p:cNvSpPr txBox="1"/>
          <p:nvPr>
            <p:ph type="body" idx="1"/>
          </p:nvPr>
        </p:nvSpPr>
        <p:spPr>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22"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3.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Section Header">
    <p:spTree>
      <p:nvGrpSpPr>
        <p:cNvPr id="1" name=""/>
        <p:cNvGrpSpPr/>
        <p:nvPr/>
      </p:nvGrpSpPr>
      <p:grpSpPr>
        <a:xfrm>
          <a:off x="0" y="0"/>
          <a:ext cx="0" cy="0"/>
          <a:chOff x="0" y="0"/>
          <a:chExt cx="0" cy="0"/>
        </a:xfrm>
      </p:grpSpPr>
      <p:sp>
        <p:nvSpPr>
          <p:cNvPr id="29" name="Title Text"/>
          <p:cNvSpPr txBox="1"/>
          <p:nvPr>
            <p:ph type="title"/>
          </p:nvPr>
        </p:nvSpPr>
        <p:spPr>
          <a:xfrm>
            <a:off x="831850" y="1709738"/>
            <a:ext cx="10515600" cy="2852737"/>
          </a:xfrm>
          <a:prstGeom prst="rect">
            <a:avLst/>
          </a:prstGeom>
        </p:spPr>
        <p:txBody>
          <a:bodyPr anchor="b"/>
          <a:lstStyle>
            <a:lvl1pPr>
              <a:defRPr sz="6000"/>
            </a:lvl1pPr>
          </a:lstStyle>
          <a:p>
            <a:pPr/>
            <a:r>
              <a:t>Title Text</a:t>
            </a:r>
          </a:p>
        </p:txBody>
      </p:sp>
      <p:sp>
        <p:nvSpPr>
          <p:cNvPr id="30" name="Body Level One…"/>
          <p:cNvSpPr txBox="1"/>
          <p:nvPr>
            <p:ph type="body" sz="quarter" idx="1"/>
          </p:nvPr>
        </p:nvSpPr>
        <p:spPr>
          <a:xfrm>
            <a:off x="831850" y="4589462"/>
            <a:ext cx="10515600" cy="1500188"/>
          </a:xfrm>
          <a:prstGeom prst="rect">
            <a:avLst/>
          </a:prstGeom>
        </p:spPr>
        <p:txBody>
          <a:bodyPr/>
          <a:lstStyle>
            <a:lvl1pPr marL="0" indent="0">
              <a:buSzTx/>
              <a:buFontTx/>
              <a:buNone/>
              <a:defRPr sz="2400">
                <a:solidFill>
                  <a:srgbClr val="888888"/>
                </a:solidFill>
              </a:defRPr>
            </a:lvl1pPr>
            <a:lvl2pPr marL="0" indent="457200">
              <a:buSzTx/>
              <a:buFontTx/>
              <a:buNone/>
              <a:defRPr sz="2400">
                <a:solidFill>
                  <a:srgbClr val="888888"/>
                </a:solidFill>
              </a:defRPr>
            </a:lvl2pPr>
            <a:lvl3pPr marL="0" indent="914400">
              <a:buSzTx/>
              <a:buFontTx/>
              <a:buNone/>
              <a:defRPr sz="2400">
                <a:solidFill>
                  <a:srgbClr val="888888"/>
                </a:solidFill>
              </a:defRPr>
            </a:lvl3pPr>
            <a:lvl4pPr marL="0" indent="1371600">
              <a:buSzTx/>
              <a:buFontTx/>
              <a:buNone/>
              <a:defRPr sz="2400">
                <a:solidFill>
                  <a:srgbClr val="888888"/>
                </a:solidFill>
              </a:defRPr>
            </a:lvl4pPr>
            <a:lvl5pPr marL="0" indent="1828800">
              <a:buSzTx/>
              <a:buFontTx/>
              <a:buNone/>
              <a:defRPr sz="2400">
                <a:solidFill>
                  <a:srgbClr val="888888"/>
                </a:solidFill>
              </a:defRPr>
            </a:lvl5pPr>
          </a:lstStyle>
          <a:p>
            <a:pPr/>
            <a:r>
              <a:t>Body Level One</a:t>
            </a:r>
          </a:p>
          <a:p>
            <a:pPr lvl="1"/>
            <a:r>
              <a:t>Body Level Two</a:t>
            </a:r>
          </a:p>
          <a:p>
            <a:pPr lvl="2"/>
            <a:r>
              <a:t>Body Level Three</a:t>
            </a:r>
          </a:p>
          <a:p>
            <a:pPr lvl="3"/>
            <a:r>
              <a:t>Body Level Four</a:t>
            </a:r>
          </a:p>
          <a:p>
            <a:pPr lvl="4"/>
            <a:r>
              <a:t>Body Level Five</a:t>
            </a:r>
          </a:p>
        </p:txBody>
      </p:sp>
      <p:sp>
        <p:nvSpPr>
          <p:cNvPr id="3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4.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wo Content">
    <p:spTree>
      <p:nvGrpSpPr>
        <p:cNvPr id="1" name=""/>
        <p:cNvGrpSpPr/>
        <p:nvPr/>
      </p:nvGrpSpPr>
      <p:grpSpPr>
        <a:xfrm>
          <a:off x="0" y="0"/>
          <a:ext cx="0" cy="0"/>
          <a:chOff x="0" y="0"/>
          <a:chExt cx="0" cy="0"/>
        </a:xfrm>
      </p:grpSpPr>
      <p:sp>
        <p:nvSpPr>
          <p:cNvPr id="38" name="Title Text"/>
          <p:cNvSpPr txBox="1"/>
          <p:nvPr>
            <p:ph type="title"/>
          </p:nvPr>
        </p:nvSpPr>
        <p:spPr>
          <a:prstGeom prst="rect">
            <a:avLst/>
          </a:prstGeom>
        </p:spPr>
        <p:txBody>
          <a:bodyPr/>
          <a:lstStyle/>
          <a:p>
            <a:pPr/>
            <a:r>
              <a:t>Title Text</a:t>
            </a:r>
          </a:p>
        </p:txBody>
      </p:sp>
      <p:sp>
        <p:nvSpPr>
          <p:cNvPr id="39" name="Body Level One…"/>
          <p:cNvSpPr txBox="1"/>
          <p:nvPr>
            <p:ph type="body" sz="half" idx="1"/>
          </p:nvPr>
        </p:nvSpPr>
        <p:spPr>
          <a:xfrm>
            <a:off x="838200" y="1825625"/>
            <a:ext cx="5181600" cy="4351338"/>
          </a:xfrm>
          <a:prstGeom prst="rect">
            <a:avLst/>
          </a:prstGeom>
        </p:spPr>
        <p:txBody>
          <a:bodyPr/>
          <a:lstStyle/>
          <a:p>
            <a:pPr/>
            <a:r>
              <a:t>Body Level One</a:t>
            </a:r>
          </a:p>
          <a:p>
            <a:pPr lvl="1"/>
            <a:r>
              <a:t>Body Level Two</a:t>
            </a:r>
          </a:p>
          <a:p>
            <a:pPr lvl="2"/>
            <a:r>
              <a:t>Body Level Three</a:t>
            </a:r>
          </a:p>
          <a:p>
            <a:pPr lvl="3"/>
            <a:r>
              <a:t>Body Level Four</a:t>
            </a:r>
          </a:p>
          <a:p>
            <a:pPr lvl="4"/>
            <a:r>
              <a:t>Body Level Five</a:t>
            </a:r>
          </a:p>
        </p:txBody>
      </p:sp>
      <p:sp>
        <p:nvSpPr>
          <p:cNvPr id="4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5.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mparison">
    <p:spTree>
      <p:nvGrpSpPr>
        <p:cNvPr id="1" name=""/>
        <p:cNvGrpSpPr/>
        <p:nvPr/>
      </p:nvGrpSpPr>
      <p:grpSpPr>
        <a:xfrm>
          <a:off x="0" y="0"/>
          <a:ext cx="0" cy="0"/>
          <a:chOff x="0" y="0"/>
          <a:chExt cx="0" cy="0"/>
        </a:xfrm>
      </p:grpSpPr>
      <p:sp>
        <p:nvSpPr>
          <p:cNvPr id="47" name="Title Text"/>
          <p:cNvSpPr txBox="1"/>
          <p:nvPr>
            <p:ph type="title"/>
          </p:nvPr>
        </p:nvSpPr>
        <p:spPr>
          <a:xfrm>
            <a:off x="839787" y="365125"/>
            <a:ext cx="10515601" cy="1325563"/>
          </a:xfrm>
          <a:prstGeom prst="rect">
            <a:avLst/>
          </a:prstGeom>
        </p:spPr>
        <p:txBody>
          <a:bodyPr/>
          <a:lstStyle/>
          <a:p>
            <a:pPr/>
            <a:r>
              <a:t>Title Text</a:t>
            </a:r>
          </a:p>
        </p:txBody>
      </p:sp>
      <p:sp>
        <p:nvSpPr>
          <p:cNvPr id="48" name="Body Level One…"/>
          <p:cNvSpPr txBox="1"/>
          <p:nvPr>
            <p:ph type="body" sz="quarter" idx="1"/>
          </p:nvPr>
        </p:nvSpPr>
        <p:spPr>
          <a:xfrm>
            <a:off x="839787" y="1681163"/>
            <a:ext cx="5157789" cy="823913"/>
          </a:xfrm>
          <a:prstGeom prst="rect">
            <a:avLst/>
          </a:prstGeom>
        </p:spPr>
        <p:txBody>
          <a:bodyPr anchor="b"/>
          <a:lstStyle>
            <a:lvl1pPr marL="0" indent="0">
              <a:buSzTx/>
              <a:buFontTx/>
              <a:buNone/>
              <a:defRPr b="1" sz="2400"/>
            </a:lvl1pPr>
            <a:lvl2pPr marL="0" indent="457200">
              <a:buSzTx/>
              <a:buFontTx/>
              <a:buNone/>
              <a:defRPr b="1" sz="2400"/>
            </a:lvl2pPr>
            <a:lvl3pPr marL="0" indent="914400">
              <a:buSzTx/>
              <a:buFontTx/>
              <a:buNone/>
              <a:defRPr b="1" sz="2400"/>
            </a:lvl3pPr>
            <a:lvl4pPr marL="0" indent="1371600">
              <a:buSzTx/>
              <a:buFontTx/>
              <a:buNone/>
              <a:defRPr b="1" sz="2400"/>
            </a:lvl4pPr>
            <a:lvl5pPr marL="0" indent="1828800">
              <a:buSzTx/>
              <a:buFontTx/>
              <a:buNone/>
              <a:defRPr b="1" sz="2400"/>
            </a:lvl5pPr>
          </a:lstStyle>
          <a:p>
            <a:pPr/>
            <a:r>
              <a:t>Body Level One</a:t>
            </a:r>
          </a:p>
          <a:p>
            <a:pPr lvl="1"/>
            <a:r>
              <a:t>Body Level Two</a:t>
            </a:r>
          </a:p>
          <a:p>
            <a:pPr lvl="2"/>
            <a:r>
              <a:t>Body Level Three</a:t>
            </a:r>
          </a:p>
          <a:p>
            <a:pPr lvl="3"/>
            <a:r>
              <a:t>Body Level Four</a:t>
            </a:r>
          </a:p>
          <a:p>
            <a:pPr lvl="4"/>
            <a:r>
              <a:t>Body Level Five</a:t>
            </a:r>
          </a:p>
        </p:txBody>
      </p:sp>
      <p:sp>
        <p:nvSpPr>
          <p:cNvPr id="49" name="Text Placeholder 4"/>
          <p:cNvSpPr/>
          <p:nvPr>
            <p:ph type="body" sz="quarter" idx="21"/>
          </p:nvPr>
        </p:nvSpPr>
        <p:spPr>
          <a:xfrm>
            <a:off x="6172200" y="1681163"/>
            <a:ext cx="5183188" cy="823913"/>
          </a:xfrm>
          <a:prstGeom prst="rect">
            <a:avLst/>
          </a:prstGeom>
        </p:spPr>
        <p:txBody>
          <a:bodyPr anchor="b"/>
          <a:lstStyle/>
          <a:p>
            <a:pPr marL="0" indent="0">
              <a:buSzTx/>
              <a:buFontTx/>
              <a:buNone/>
              <a:defRPr b="1" sz="2400"/>
            </a:pPr>
          </a:p>
        </p:txBody>
      </p:sp>
      <p:sp>
        <p:nvSpPr>
          <p:cNvPr id="50"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6.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Title Only">
    <p:spTree>
      <p:nvGrpSpPr>
        <p:cNvPr id="1" name=""/>
        <p:cNvGrpSpPr/>
        <p:nvPr/>
      </p:nvGrpSpPr>
      <p:grpSpPr>
        <a:xfrm>
          <a:off x="0" y="0"/>
          <a:ext cx="0" cy="0"/>
          <a:chOff x="0" y="0"/>
          <a:chExt cx="0" cy="0"/>
        </a:xfrm>
      </p:grpSpPr>
      <p:sp>
        <p:nvSpPr>
          <p:cNvPr id="57" name="Title Text"/>
          <p:cNvSpPr txBox="1"/>
          <p:nvPr>
            <p:ph type="title"/>
          </p:nvPr>
        </p:nvSpPr>
        <p:spPr>
          <a:prstGeom prst="rect">
            <a:avLst/>
          </a:prstGeom>
        </p:spPr>
        <p:txBody>
          <a:bodyPr/>
          <a:lstStyle/>
          <a:p>
            <a:pPr/>
            <a:r>
              <a:t>Title Text</a:t>
            </a:r>
          </a:p>
        </p:txBody>
      </p:sp>
      <p:sp>
        <p:nvSpPr>
          <p:cNvPr id="58"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7.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Blank">
    <p:spTree>
      <p:nvGrpSpPr>
        <p:cNvPr id="1" name=""/>
        <p:cNvGrpSpPr/>
        <p:nvPr/>
      </p:nvGrpSpPr>
      <p:grpSpPr>
        <a:xfrm>
          <a:off x="0" y="0"/>
          <a:ext cx="0" cy="0"/>
          <a:chOff x="0" y="0"/>
          <a:chExt cx="0" cy="0"/>
        </a:xfrm>
      </p:grpSpPr>
      <p:sp>
        <p:nvSpPr>
          <p:cNvPr id="6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8.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Content with Caption">
    <p:spTree>
      <p:nvGrpSpPr>
        <p:cNvPr id="1" name=""/>
        <p:cNvGrpSpPr/>
        <p:nvPr/>
      </p:nvGrpSpPr>
      <p:grpSpPr>
        <a:xfrm>
          <a:off x="0" y="0"/>
          <a:ext cx="0" cy="0"/>
          <a:chOff x="0" y="0"/>
          <a:chExt cx="0" cy="0"/>
        </a:xfrm>
      </p:grpSpPr>
      <p:sp>
        <p:nvSpPr>
          <p:cNvPr id="72" name="Title Text"/>
          <p:cNvSpPr txBox="1"/>
          <p:nvPr>
            <p:ph type="title"/>
          </p:nvPr>
        </p:nvSpPr>
        <p:spPr>
          <a:xfrm>
            <a:off x="839787" y="457200"/>
            <a:ext cx="3932239" cy="1600200"/>
          </a:xfrm>
          <a:prstGeom prst="rect">
            <a:avLst/>
          </a:prstGeom>
        </p:spPr>
        <p:txBody>
          <a:bodyPr anchor="b"/>
          <a:lstStyle>
            <a:lvl1pPr>
              <a:defRPr sz="3200"/>
            </a:lvl1pPr>
          </a:lstStyle>
          <a:p>
            <a:pPr/>
            <a:r>
              <a:t>Title Text</a:t>
            </a:r>
          </a:p>
        </p:txBody>
      </p:sp>
      <p:sp>
        <p:nvSpPr>
          <p:cNvPr id="73" name="Body Level One…"/>
          <p:cNvSpPr txBox="1"/>
          <p:nvPr>
            <p:ph type="body" sz="half" idx="1"/>
          </p:nvPr>
        </p:nvSpPr>
        <p:spPr>
          <a:xfrm>
            <a:off x="5183187" y="987425"/>
            <a:ext cx="6172201" cy="4873625"/>
          </a:xfrm>
          <a:prstGeom prst="rect">
            <a:avLst/>
          </a:prstGeom>
        </p:spPr>
        <p:txBody>
          <a:bodyPr/>
          <a:lstStyle>
            <a:lvl1pPr>
              <a:defRPr sz="3200"/>
            </a:lvl1pPr>
            <a:lvl2pPr marL="718457" indent="-261257">
              <a:defRPr sz="3200"/>
            </a:lvl2pPr>
            <a:lvl3pPr marL="1219200" indent="-304800">
              <a:defRPr sz="3200"/>
            </a:lvl3pPr>
            <a:lvl4pPr marL="1737360" indent="-365760">
              <a:defRPr sz="3200"/>
            </a:lvl4pPr>
            <a:lvl5pPr marL="2194560" indent="-365760">
              <a:defRPr sz="3200"/>
            </a:lvl5pPr>
          </a:lstStyle>
          <a:p>
            <a:pPr/>
            <a:r>
              <a:t>Body Level One</a:t>
            </a:r>
          </a:p>
          <a:p>
            <a:pPr lvl="1"/>
            <a:r>
              <a:t>Body Level Two</a:t>
            </a:r>
          </a:p>
          <a:p>
            <a:pPr lvl="2"/>
            <a:r>
              <a:t>Body Level Three</a:t>
            </a:r>
          </a:p>
          <a:p>
            <a:pPr lvl="3"/>
            <a:r>
              <a:t>Body Level Four</a:t>
            </a:r>
          </a:p>
          <a:p>
            <a:pPr lvl="4"/>
            <a:r>
              <a:t>Body Level Five</a:t>
            </a:r>
          </a:p>
        </p:txBody>
      </p:sp>
      <p:sp>
        <p:nvSpPr>
          <p:cNvPr id="74" name="Text Placeholder 3"/>
          <p:cNvSpPr/>
          <p:nvPr>
            <p:ph type="body" sz="quarter" idx="21"/>
          </p:nvPr>
        </p:nvSpPr>
        <p:spPr>
          <a:xfrm>
            <a:off x="839787" y="2057400"/>
            <a:ext cx="3932238" cy="3811588"/>
          </a:xfrm>
          <a:prstGeom prst="rect">
            <a:avLst/>
          </a:prstGeom>
        </p:spPr>
        <p:txBody>
          <a:bodyPr/>
          <a:lstStyle/>
          <a:p>
            <a:pPr marL="0" indent="0">
              <a:buSzTx/>
              <a:buFontTx/>
              <a:buNone/>
              <a:defRPr sz="1600"/>
            </a:pPr>
          </a:p>
        </p:txBody>
      </p:sp>
      <p:sp>
        <p:nvSpPr>
          <p:cNvPr id="7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Layouts/slideLayout9.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Picture with Caption">
    <p:spTree>
      <p:nvGrpSpPr>
        <p:cNvPr id="1" name=""/>
        <p:cNvGrpSpPr/>
        <p:nvPr/>
      </p:nvGrpSpPr>
      <p:grpSpPr>
        <a:xfrm>
          <a:off x="0" y="0"/>
          <a:ext cx="0" cy="0"/>
          <a:chOff x="0" y="0"/>
          <a:chExt cx="0" cy="0"/>
        </a:xfrm>
      </p:grpSpPr>
      <p:sp>
        <p:nvSpPr>
          <p:cNvPr id="82" name="Title Text"/>
          <p:cNvSpPr txBox="1"/>
          <p:nvPr>
            <p:ph type="title"/>
          </p:nvPr>
        </p:nvSpPr>
        <p:spPr>
          <a:xfrm>
            <a:off x="839787" y="457200"/>
            <a:ext cx="3932239" cy="1600200"/>
          </a:xfrm>
          <a:prstGeom prst="rect">
            <a:avLst/>
          </a:prstGeom>
        </p:spPr>
        <p:txBody>
          <a:bodyPr anchor="b"/>
          <a:lstStyle>
            <a:lvl1pPr>
              <a:defRPr sz="3200"/>
            </a:lvl1pPr>
          </a:lstStyle>
          <a:p>
            <a:pPr/>
            <a:r>
              <a:t>Title Text</a:t>
            </a:r>
          </a:p>
        </p:txBody>
      </p:sp>
      <p:sp>
        <p:nvSpPr>
          <p:cNvPr id="83" name="Picture Placeholder 2"/>
          <p:cNvSpPr/>
          <p:nvPr>
            <p:ph type="pic" sz="half" idx="21"/>
          </p:nvPr>
        </p:nvSpPr>
        <p:spPr>
          <a:xfrm>
            <a:off x="5183187" y="987425"/>
            <a:ext cx="6172201" cy="4873625"/>
          </a:xfrm>
          <a:prstGeom prst="rect">
            <a:avLst/>
          </a:prstGeom>
        </p:spPr>
        <p:txBody>
          <a:bodyPr lIns="91439" rIns="91439">
            <a:noAutofit/>
          </a:bodyPr>
          <a:lstStyle/>
          <a:p>
            <a:pPr/>
          </a:p>
        </p:txBody>
      </p:sp>
      <p:sp>
        <p:nvSpPr>
          <p:cNvPr id="84" name="Body Level One…"/>
          <p:cNvSpPr txBox="1"/>
          <p:nvPr>
            <p:ph type="body" sz="quarter" idx="1"/>
          </p:nvPr>
        </p:nvSpPr>
        <p:spPr>
          <a:xfrm>
            <a:off x="839787" y="2057400"/>
            <a:ext cx="3932239" cy="3811588"/>
          </a:xfrm>
          <a:prstGeom prst="rect">
            <a:avLst/>
          </a:prstGeom>
        </p:spPr>
        <p:txBody>
          <a:bodyPr/>
          <a:lstStyle>
            <a:lvl1pPr marL="0" indent="0">
              <a:buSzTx/>
              <a:buFontTx/>
              <a:buNone/>
              <a:defRPr sz="1600"/>
            </a:lvl1pPr>
            <a:lvl2pPr marL="0" indent="457200">
              <a:buSzTx/>
              <a:buFontTx/>
              <a:buNone/>
              <a:defRPr sz="1600"/>
            </a:lvl2pPr>
            <a:lvl3pPr marL="0" indent="914400">
              <a:buSzTx/>
              <a:buFontTx/>
              <a:buNone/>
              <a:defRPr sz="1600"/>
            </a:lvl3pPr>
            <a:lvl4pPr marL="0" indent="1371600">
              <a:buSzTx/>
              <a:buFontTx/>
              <a:buNone/>
              <a:defRPr sz="1600"/>
            </a:lvl4pPr>
            <a:lvl5pPr marL="0" indent="1828800">
              <a:buSzTx/>
              <a:buFontTx/>
              <a:buNone/>
              <a:defRPr sz="1600"/>
            </a:lvl5pPr>
          </a:lstStyle>
          <a:p>
            <a:pPr/>
            <a:r>
              <a:t>Body Level One</a:t>
            </a:r>
          </a:p>
          <a:p>
            <a:pPr lvl="1"/>
            <a:r>
              <a:t>Body Level Two</a:t>
            </a:r>
          </a:p>
          <a:p>
            <a:pPr lvl="2"/>
            <a:r>
              <a:t>Body Level Three</a:t>
            </a:r>
          </a:p>
          <a:p>
            <a:pPr lvl="3"/>
            <a:r>
              <a:t>Body Level Four</a:t>
            </a:r>
          </a:p>
          <a:p>
            <a:pPr lvl="4"/>
            <a:r>
              <a:t>Body Level Five</a:t>
            </a:r>
          </a:p>
        </p:txBody>
      </p:sp>
      <p:sp>
        <p:nvSpPr>
          <p:cNvPr id="85"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image" Target="../media/image1.jpeg"/><Relationship Id="rId3" Type="http://schemas.openxmlformats.org/officeDocument/2006/relationships/slideLayout" Target="../slideLayouts/slideLayout1.xml"/><Relationship Id="rId4" Type="http://schemas.openxmlformats.org/officeDocument/2006/relationships/slideLayout" Target="../slideLayouts/slideLayout2.xml"/><Relationship Id="rId5" Type="http://schemas.openxmlformats.org/officeDocument/2006/relationships/slideLayout" Target="../slideLayouts/slideLayout3.xml"/><Relationship Id="rId6" Type="http://schemas.openxmlformats.org/officeDocument/2006/relationships/slideLayout" Target="../slideLayouts/slideLayout4.xml"/><Relationship Id="rId7" Type="http://schemas.openxmlformats.org/officeDocument/2006/relationships/slideLayout" Target="../slideLayouts/slideLayout5.xml"/><Relationship Id="rId8" Type="http://schemas.openxmlformats.org/officeDocument/2006/relationships/slideLayout" Target="../slideLayouts/slideLayout6.xml"/><Relationship Id="rId9" Type="http://schemas.openxmlformats.org/officeDocument/2006/relationships/slideLayout" Target="../slideLayouts/slideLayout7.xml"/><Relationship Id="rId10" Type="http://schemas.openxmlformats.org/officeDocument/2006/relationships/slideLayout" Target="../slideLayouts/slideLayout8.xml"/><Relationship Id="rId11"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blipFill rotWithShape="1">
          <a:blip r:embed="rId2"/>
          <a:srcRect l="0" t="0" r="0" b="0"/>
          <a:stretch>
            <a:fillRect/>
          </a:stretch>
        </a:blipFill>
      </p:bgPr>
    </p:bg>
    <p:spTree>
      <p:nvGrpSpPr>
        <p:cNvPr id="1" name=""/>
        <p:cNvGrpSpPr/>
        <p:nvPr/>
      </p:nvGrpSpPr>
      <p:grpSpPr>
        <a:xfrm>
          <a:off x="0" y="0"/>
          <a:ext cx="0" cy="0"/>
          <a:chOff x="0" y="0"/>
          <a:chExt cx="0" cy="0"/>
        </a:xfrm>
      </p:grpSpPr>
      <p:sp>
        <p:nvSpPr>
          <p:cNvPr id="2" name="Title Text"/>
          <p:cNvSpPr txBox="1"/>
          <p:nvPr>
            <p:ph type="title"/>
          </p:nvPr>
        </p:nvSpPr>
        <p:spPr>
          <a:xfrm>
            <a:off x="838200" y="365125"/>
            <a:ext cx="10515600" cy="1325563"/>
          </a:xfrm>
          <a:prstGeom prst="rect">
            <a:avLst/>
          </a:prstGeom>
          <a:ln w="12700">
            <a:miter lim="400000"/>
          </a:ln>
          <a:extLst>
            <a:ext uri="{C572A759-6A51-4108-AA02-DFA0A04FC94B}">
              <ma14:wrappingTextBoxFlag xmlns:ma14="http://schemas.microsoft.com/office/mac/drawingml/2011/main" val="1"/>
            </a:ext>
          </a:extLst>
        </p:spPr>
        <p:txBody>
          <a:bodyPr lIns="45719" rIns="45719" anchor="ctr">
            <a:normAutofit fontScale="100000" lnSpcReduction="0"/>
          </a:bodyPr>
          <a:lstStyle/>
          <a:p>
            <a:pPr/>
            <a:r>
              <a:t>Title Text</a:t>
            </a:r>
          </a:p>
        </p:txBody>
      </p:sp>
      <p:sp>
        <p:nvSpPr>
          <p:cNvPr id="3" name="Body Level One…"/>
          <p:cNvSpPr txBox="1"/>
          <p:nvPr>
            <p:ph type="body" idx="1"/>
          </p:nvPr>
        </p:nvSpPr>
        <p:spPr>
          <a:xfrm>
            <a:off x="838200" y="1825625"/>
            <a:ext cx="10515600" cy="4351338"/>
          </a:xfrm>
          <a:prstGeom prst="rect">
            <a:avLst/>
          </a:prstGeom>
          <a:ln w="12700">
            <a:miter lim="400000"/>
          </a:ln>
          <a:extLst>
            <a:ext uri="{C572A759-6A51-4108-AA02-DFA0A04FC94B}">
              <ma14:wrappingTextBoxFlag xmlns:ma14="http://schemas.microsoft.com/office/mac/drawingml/2011/main" val="1"/>
            </a:ext>
          </a:extLst>
        </p:spPr>
        <p:txBody>
          <a:bodyPr lIns="45719" rIns="45719">
            <a:normAutofit fontScale="100000" lnSpcReduction="0"/>
          </a:bodyPr>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11095176" y="6414760"/>
            <a:ext cx="258624" cy="248305"/>
          </a:xfrm>
          <a:prstGeom prst="rect">
            <a:avLst/>
          </a:prstGeom>
          <a:ln w="12700">
            <a:miter lim="400000"/>
          </a:ln>
        </p:spPr>
        <p:txBody>
          <a:bodyPr wrap="none" lIns="45719" rIns="45719" anchor="ctr">
            <a:spAutoFit/>
          </a:bodyPr>
          <a:lstStyle>
            <a:lvl1pPr algn="r">
              <a:defRPr sz="1200">
                <a:solidFill>
                  <a:srgbClr val="888888"/>
                </a:solidFill>
              </a:defRPr>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Lst>
  <p:transition xmlns:p14="http://schemas.microsoft.com/office/powerpoint/2010/main" spd="med" advClick="1"/>
  <p:txStyles>
    <p:titleStyle>
      <a:lvl1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1pPr>
      <a:lvl2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2pPr>
      <a:lvl3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3pPr>
      <a:lvl4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4pPr>
      <a:lvl5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5pPr>
      <a:lvl6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6pPr>
      <a:lvl7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7pPr>
      <a:lvl8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8pPr>
      <a:lvl9pPr marL="0" marR="0" indent="0" algn="l" defTabSz="914400" rtl="0" latinLnBrk="0">
        <a:lnSpc>
          <a:spcPct val="9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9pPr>
    </p:titleStyle>
    <p:bodyStyle>
      <a:lvl1pPr marL="228600" marR="0" indent="-228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n-lt"/>
          <a:ea typeface="+mn-ea"/>
          <a:cs typeface="+mn-cs"/>
          <a:sym typeface="Calibri"/>
        </a:defRPr>
      </a:lvl1pPr>
      <a:lvl2pPr marL="723900" marR="0" indent="-2667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n-lt"/>
          <a:ea typeface="+mn-ea"/>
          <a:cs typeface="+mn-cs"/>
          <a:sym typeface="Calibri"/>
        </a:defRPr>
      </a:lvl2pPr>
      <a:lvl3pPr marL="1234439" marR="0" indent="-320039"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n-lt"/>
          <a:ea typeface="+mn-ea"/>
          <a:cs typeface="+mn-cs"/>
          <a:sym typeface="Calibri"/>
        </a:defRPr>
      </a:lvl3pPr>
      <a:lvl4pPr marL="17272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n-lt"/>
          <a:ea typeface="+mn-ea"/>
          <a:cs typeface="+mn-cs"/>
          <a:sym typeface="Calibri"/>
        </a:defRPr>
      </a:lvl4pPr>
      <a:lvl5pPr marL="21844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n-lt"/>
          <a:ea typeface="+mn-ea"/>
          <a:cs typeface="+mn-cs"/>
          <a:sym typeface="Calibri"/>
        </a:defRPr>
      </a:lvl5pPr>
      <a:lvl6pPr marL="26416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n-lt"/>
          <a:ea typeface="+mn-ea"/>
          <a:cs typeface="+mn-cs"/>
          <a:sym typeface="Calibri"/>
        </a:defRPr>
      </a:lvl6pPr>
      <a:lvl7pPr marL="30988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n-lt"/>
          <a:ea typeface="+mn-ea"/>
          <a:cs typeface="+mn-cs"/>
          <a:sym typeface="Calibri"/>
        </a:defRPr>
      </a:lvl7pPr>
      <a:lvl8pPr marL="35560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n-lt"/>
          <a:ea typeface="+mn-ea"/>
          <a:cs typeface="+mn-cs"/>
          <a:sym typeface="Calibri"/>
        </a:defRPr>
      </a:lvl8pPr>
      <a:lvl9pPr marL="4013200" marR="0" indent="-355600" algn="l" defTabSz="914400" rtl="0" latinLnBrk="0">
        <a:lnSpc>
          <a:spcPct val="90000"/>
        </a:lnSpc>
        <a:spcBef>
          <a:spcPts val="1000"/>
        </a:spcBef>
        <a:spcAft>
          <a:spcPts val="0"/>
        </a:spcAft>
        <a:buClrTx/>
        <a:buSzPct val="100000"/>
        <a:buFont typeface="Arial"/>
        <a:buChar char="•"/>
        <a:tabLst/>
        <a:defRPr b="0" baseline="0" cap="none" i="0" spc="0" strike="noStrike" sz="2800" u="none">
          <a:solidFill>
            <a:srgbClr val="000000"/>
          </a:solidFill>
          <a:uFillTx/>
          <a:latin typeface="+mn-lt"/>
          <a:ea typeface="+mn-ea"/>
          <a:cs typeface="+mn-cs"/>
          <a:sym typeface="Calibri"/>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5pPr>
      <a:lvl6pPr marL="0" marR="0" indent="22860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6pPr>
      <a:lvl7pPr marL="0" marR="0" indent="2743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7pPr>
      <a:lvl8pPr marL="0" marR="0" indent="3200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8pPr>
      <a:lvl9pPr marL="0" marR="0" indent="3657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2.jpeg"/></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6.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2.jpeg"/></Relationships>

</file>

<file path=ppt/slides/_rels/slide10.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11.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jpeg"/></Relationships>

</file>

<file path=ppt/slides/_rels/slide14.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1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2.jpeg"/></Relationships>

</file>

<file path=ppt/slides/_rels/slide16.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7.xml.rels><?xml version="1.0" encoding="UTF-8"?>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 Id="rId3" Type="http://schemas.openxmlformats.org/officeDocument/2006/relationships/image" Target="../media/image3.jpeg"/></Relationships>

</file>

<file path=ppt/slides/_rels/slide20.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4.jpeg"/></Relationships>

</file>

<file path=ppt/slides/_rels/slide21.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jpeg"/></Relationships>

</file>

<file path=ppt/slides/_rels/slide22.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jpeg"/></Relationships>

</file>

<file path=ppt/slides/_rels/slide23.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4.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jpeg"/><Relationship Id="rId3" Type="http://schemas.openxmlformats.org/officeDocument/2006/relationships/image" Target="../media/image8.jpeg"/><Relationship Id="rId4" Type="http://schemas.openxmlformats.org/officeDocument/2006/relationships/image" Target="../media/image2.png"/><Relationship Id="rId5" Type="http://schemas.openxmlformats.org/officeDocument/2006/relationships/image" Target="../media/image3.png"/></Relationships>

</file>

<file path=ppt/slides/_rels/slide25.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26.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jpeg"/></Relationships>

</file>

<file path=ppt/slides/_rels/slide27.xml.rels><?xml version="1.0" encoding="UTF-8"?>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 Id="rId3" Type="http://schemas.openxmlformats.org/officeDocument/2006/relationships/image" Target="../media/image10.jpe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4" name="Title 1"/>
          <p:cNvSpPr txBox="1"/>
          <p:nvPr/>
        </p:nvSpPr>
        <p:spPr>
          <a:xfrm>
            <a:off x="3266251" y="1840635"/>
            <a:ext cx="5694959" cy="11430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b">
            <a:spAutoFit/>
          </a:bodyPr>
          <a:lstStyle/>
          <a:p>
            <a:pPr algn="ctr" defTabSz="535746">
              <a:defRPr cap="all" sz="3200">
                <a:ln w="6350" cap="flat">
                  <a:solidFill>
                    <a:srgbClr val="000000"/>
                  </a:solidFill>
                  <a:prstDash val="solid"/>
                  <a:round/>
                </a:ln>
                <a:effectLst>
                  <a:outerShdw sx="100000" sy="100000" kx="0" ky="0" algn="b" rotWithShape="0" blurRad="50800" dist="38100" dir="2700000">
                    <a:srgbClr val="000000">
                      <a:alpha val="43000"/>
                    </a:srgbClr>
                  </a:outerShdw>
                </a:effectLst>
                <a:latin typeface="Arial Black"/>
                <a:ea typeface="Arial Black"/>
                <a:cs typeface="Arial Black"/>
                <a:sym typeface="Arial Black"/>
              </a:defRPr>
            </a:pPr>
            <a:r>
              <a:t>A READING FrOM the</a:t>
            </a:r>
          </a:p>
          <a:p>
            <a:pPr algn="ctr" defTabSz="535746">
              <a:defRPr cap="all" sz="3200">
                <a:ln w="6350" cap="flat">
                  <a:solidFill>
                    <a:srgbClr val="000000"/>
                  </a:solidFill>
                  <a:prstDash val="solid"/>
                  <a:round/>
                </a:ln>
                <a:effectLst>
                  <a:outerShdw sx="100000" sy="100000" kx="0" ky="0" algn="b" rotWithShape="0" blurRad="50800" dist="38100" dir="2700000">
                    <a:srgbClr val="000000">
                      <a:alpha val="43000"/>
                    </a:srgbClr>
                  </a:outerShdw>
                </a:effectLst>
                <a:latin typeface="Arial Black"/>
                <a:ea typeface="Arial Black"/>
                <a:cs typeface="Arial Black"/>
                <a:sym typeface="Arial Black"/>
              </a:defRPr>
            </a:pPr>
            <a:r>
              <a:t>Acts of the apostles </a:t>
            </a:r>
          </a:p>
        </p:txBody>
      </p:sp>
      <p:sp>
        <p:nvSpPr>
          <p:cNvPr id="95" name="Text Placeholder 2"/>
          <p:cNvSpPr txBox="1"/>
          <p:nvPr/>
        </p:nvSpPr>
        <p:spPr>
          <a:xfrm>
            <a:off x="4595004" y="3612217"/>
            <a:ext cx="2620605" cy="584199"/>
          </a:xfrm>
          <a:prstGeom prst="rect">
            <a:avLst/>
          </a:prstGeom>
          <a:ln w="12700">
            <a:miter lim="400000"/>
          </a:ln>
          <a:extLst>
            <a:ext uri="{C572A759-6A51-4108-AA02-DFA0A04FC94B}">
              <ma14:wrappingTextBoxFlag xmlns:ma14="http://schemas.microsoft.com/office/mac/drawingml/2011/main" val="1"/>
            </a:ext>
          </a:extLst>
        </p:spPr>
        <p:txBody>
          <a:bodyPr lIns="38099" tIns="38099" rIns="38099" bIns="38099">
            <a:spAutoFit/>
          </a:bodyPr>
          <a:lstStyle>
            <a:lvl1pPr algn="ctr" defTabSz="535746">
              <a:spcBef>
                <a:spcPts val="600"/>
              </a:spcBef>
              <a:defRPr sz="2800">
                <a:ln w="9525" cap="flat">
                  <a:solidFill>
                    <a:srgbClr val="000000"/>
                  </a:solidFill>
                  <a:prstDash val="solid"/>
                  <a:round/>
                </a:ln>
                <a:latin typeface="Arial Black"/>
                <a:ea typeface="Arial Black"/>
                <a:cs typeface="Arial Black"/>
                <a:sym typeface="Arial Black"/>
              </a:defRPr>
            </a:lvl1pPr>
          </a:lstStyle>
          <a:p>
            <a:pPr/>
            <a:r>
              <a:t>1:1-11</a:t>
            </a:r>
          </a:p>
        </p:txBody>
      </p:sp>
    </p:spTree>
  </p:cSld>
  <p:clrMapOvr>
    <a:masterClrMapping/>
  </p:clrMapOvr>
  <p:transition xmlns:p14="http://schemas.microsoft.com/office/powerpoint/2010/main" spd="med" advClick="1"/>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9" name="Rectangle 1"/>
          <p:cNvSpPr txBox="1"/>
          <p:nvPr/>
        </p:nvSpPr>
        <p:spPr>
          <a:xfrm>
            <a:off x="306607" y="151179"/>
            <a:ext cx="11578785" cy="7711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defRPr sz="2800">
                <a:ln w="9525" cap="flat">
                  <a:solidFill>
                    <a:srgbClr val="000000"/>
                  </a:solidFill>
                  <a:prstDash val="solid"/>
                  <a:round/>
                </a:ln>
                <a:latin typeface="Arial Black"/>
                <a:ea typeface="Arial Black"/>
                <a:cs typeface="Arial Black"/>
                <a:sym typeface="Arial Black"/>
              </a:defRPr>
            </a:lvl1pPr>
          </a:lstStyle>
          <a:p>
            <a:pPr/>
            <a:r>
              <a:t>When they had gathered together they asked him, “Lord, are you at this time going to restore the kingdom to Israel?” He answered them, “It is not for you to know the times or seasons that the Father has established by his own authority. But you will receive power when the Holy Spirit comes upon you, and you will be my witnesses in Jerusalem, throughout Judea and Samaria, and to the ends of the earth.” When he had said this, as they were looking on, he was lifted up, and a cloud took him from their sight. While they were looking intently at the sky as he was going, suddenly two men dressed in white garments stood beside them. They said, “Men of Galilee, why are you standing there looking at the sky? This Jesus who has been taken up from you into heaven will return in the same way as you have seen him going into heaven.”</a:t>
            </a:r>
          </a:p>
        </p:txBody>
      </p:sp>
    </p:spTree>
  </p:cSld>
  <p:clrMapOvr>
    <a:masterClrMapping/>
  </p:clrMapOvr>
  <p:transition xmlns:p14="http://schemas.microsoft.com/office/powerpoint/2010/main" spd="med" advClick="1"/>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1" name="Rectangle 2"/>
          <p:cNvSpPr txBox="1"/>
          <p:nvPr/>
        </p:nvSpPr>
        <p:spPr>
          <a:xfrm>
            <a:off x="2094574" y="1947927"/>
            <a:ext cx="7941514" cy="26822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gn="ctr">
              <a:defRPr sz="3600">
                <a:ln w="9525" cap="flat">
                  <a:solidFill>
                    <a:srgbClr val="000000"/>
                  </a:solidFill>
                  <a:prstDash val="solid"/>
                  <a:round/>
                </a:ln>
                <a:latin typeface="Arial Black"/>
                <a:ea typeface="Arial Black"/>
                <a:cs typeface="Arial Black"/>
                <a:sym typeface="Arial Black"/>
              </a:defRPr>
            </a:pPr>
            <a:r>
              <a:t>The word of the Lord. </a:t>
            </a:r>
          </a:p>
          <a:p>
            <a:pPr algn="ctr">
              <a:defRPr sz="3600">
                <a:ln w="9525" cap="flat">
                  <a:solidFill>
                    <a:srgbClr val="000000"/>
                  </a:solidFill>
                  <a:prstDash val="solid"/>
                  <a:round/>
                </a:ln>
                <a:latin typeface="Arial Black"/>
                <a:ea typeface="Arial Black"/>
                <a:cs typeface="Arial Black"/>
                <a:sym typeface="Arial Black"/>
              </a:defRPr>
            </a:pPr>
          </a:p>
          <a:p>
            <a:pPr algn="ctr">
              <a:defRPr sz="3600">
                <a:ln w="9525" cap="flat">
                  <a:solidFill>
                    <a:srgbClr val="000000"/>
                  </a:solidFill>
                  <a:prstDash val="solid"/>
                  <a:round/>
                </a:ln>
                <a:latin typeface="Arial Black"/>
                <a:ea typeface="Arial Black"/>
                <a:cs typeface="Arial Black"/>
                <a:sym typeface="Arial Black"/>
              </a:defRPr>
            </a:pPr>
          </a:p>
          <a:p>
            <a:pPr algn="ctr">
              <a:defRPr sz="3600">
                <a:ln w="9525" cap="flat">
                  <a:solidFill>
                    <a:srgbClr val="000000"/>
                  </a:solidFill>
                  <a:prstDash val="solid"/>
                  <a:round/>
                </a:ln>
                <a:latin typeface="Arial Black"/>
                <a:ea typeface="Arial Black"/>
                <a:cs typeface="Arial Black"/>
                <a:sym typeface="Arial Black"/>
              </a:defRPr>
            </a:pPr>
            <a:r>
              <a:t>Thanks be to God.</a:t>
            </a:r>
          </a:p>
        </p:txBody>
      </p:sp>
    </p:spTree>
  </p:cSld>
  <p:clrMapOvr>
    <a:masterClrMapping/>
  </p:clrMapOvr>
  <p:transition xmlns:p14="http://schemas.microsoft.com/office/powerpoint/2010/main" spd="med" advClick="1"/>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3" name="Rectangle 72"/>
          <p:cNvSpPr/>
          <p:nvPr/>
        </p:nvSpPr>
        <p:spPr>
          <a:xfrm>
            <a:off x="0" y="0"/>
            <a:ext cx="12192000" cy="6858000"/>
          </a:xfrm>
          <a:prstGeom prst="rect">
            <a:avLst/>
          </a:prstGeom>
          <a:solidFill>
            <a:srgbClr val="000000"/>
          </a:solidFill>
          <a:ln w="12700">
            <a:miter lim="400000"/>
          </a:ln>
        </p:spPr>
        <p:txBody>
          <a:bodyPr lIns="45719" rIns="45719" anchor="ctr"/>
          <a:lstStyle/>
          <a:p>
            <a:pPr algn="ctr">
              <a:defRPr>
                <a:solidFill>
                  <a:srgbClr val="FFFFFF"/>
                </a:solidFill>
              </a:defRPr>
            </a:pPr>
          </a:p>
        </p:txBody>
      </p:sp>
      <p:pic>
        <p:nvPicPr>
          <p:cNvPr id="104" name="Picture 4" descr="Picture 4"/>
          <p:cNvPicPr>
            <a:picLocks noChangeAspect="1"/>
          </p:cNvPicPr>
          <p:nvPr/>
        </p:nvPicPr>
        <p:blipFill>
          <a:blip r:embed="rId3">
            <a:extLst/>
          </a:blip>
          <a:srcRect l="0" t="23761" r="0" b="0"/>
          <a:stretch>
            <a:fillRect/>
          </a:stretch>
        </p:blipFill>
        <p:spPr>
          <a:xfrm>
            <a:off x="684574" y="685800"/>
            <a:ext cx="10821626" cy="5486400"/>
          </a:xfrm>
          <a:prstGeom prst="rect">
            <a:avLst/>
          </a:prstGeom>
          <a:ln w="12700">
            <a:miter lim="400000"/>
          </a:ln>
        </p:spPr>
      </p:pic>
    </p:spTree>
  </p:cSld>
  <p:clrMapOvr>
    <a:masterClrMapping/>
  </p:clrMapOvr>
  <p:transition xmlns:p14="http://schemas.microsoft.com/office/powerpoint/2010/main" spd="med" advClick="1"/>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08" name="Title 1"/>
          <p:cNvSpPr txBox="1"/>
          <p:nvPr/>
        </p:nvSpPr>
        <p:spPr>
          <a:xfrm>
            <a:off x="3459459" y="178172"/>
            <a:ext cx="5273081" cy="5715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b">
            <a:spAutoFit/>
          </a:bodyPr>
          <a:lstStyle>
            <a:lvl1pPr algn="ctr" defTabSz="535746">
              <a:defRPr cap="all" sz="3200">
                <a:ln w="6350" cap="flat">
                  <a:solidFill>
                    <a:srgbClr val="000000"/>
                  </a:solidFill>
                  <a:prstDash val="solid"/>
                  <a:round/>
                </a:ln>
                <a:latin typeface="Arial Black"/>
                <a:ea typeface="Arial Black"/>
                <a:cs typeface="Arial Black"/>
                <a:sym typeface="Arial Black"/>
              </a:defRPr>
            </a:lvl1pPr>
          </a:lstStyle>
          <a:p>
            <a:pPr/>
            <a:r>
              <a:t>RESPONSORIAL PSALM</a:t>
            </a:r>
          </a:p>
        </p:txBody>
      </p:sp>
      <p:sp>
        <p:nvSpPr>
          <p:cNvPr id="109" name="Text Placeholder 2"/>
          <p:cNvSpPr txBox="1"/>
          <p:nvPr/>
        </p:nvSpPr>
        <p:spPr>
          <a:xfrm>
            <a:off x="4618120" y="855418"/>
            <a:ext cx="2955756" cy="420504"/>
          </a:xfrm>
          <a:prstGeom prst="rect">
            <a:avLst/>
          </a:prstGeom>
          <a:ln w="12700">
            <a:miter lim="400000"/>
          </a:ln>
          <a:extLst>
            <a:ext uri="{C572A759-6A51-4108-AA02-DFA0A04FC94B}">
              <ma14:wrappingTextBoxFlag xmlns:ma14="http://schemas.microsoft.com/office/mac/drawingml/2011/main" val="1"/>
            </a:ext>
          </a:extLst>
        </p:spPr>
        <p:txBody>
          <a:bodyPr lIns="38099" tIns="38099" rIns="38099" bIns="38099">
            <a:normAutofit fontScale="100000" lnSpcReduction="0"/>
          </a:bodyPr>
          <a:lstStyle/>
          <a:p>
            <a:pPr>
              <a:lnSpc>
                <a:spcPct val="80000"/>
              </a:lnSpc>
              <a:defRPr sz="1700">
                <a:ln w="9525" cap="flat">
                  <a:solidFill>
                    <a:srgbClr val="000000"/>
                  </a:solidFill>
                  <a:prstDash val="solid"/>
                  <a:round/>
                </a:ln>
                <a:latin typeface="Arial Black"/>
                <a:ea typeface="Arial Black"/>
                <a:cs typeface="Arial Black"/>
                <a:sym typeface="Arial Black"/>
              </a:defRPr>
            </a:pPr>
            <a:r>
              <a:t>Psalm </a:t>
            </a:r>
            <a:r>
              <a:rPr cap="small"/>
              <a:t>47:2-3, 6-7, 8-9</a:t>
            </a:r>
          </a:p>
        </p:txBody>
      </p:sp>
      <p:sp>
        <p:nvSpPr>
          <p:cNvPr id="110" name="Rectangle 1"/>
          <p:cNvSpPr txBox="1"/>
          <p:nvPr/>
        </p:nvSpPr>
        <p:spPr>
          <a:xfrm>
            <a:off x="1463795" y="1681564"/>
            <a:ext cx="9000888" cy="5774691"/>
          </a:xfrm>
          <a:prstGeom prst="rect">
            <a:avLst/>
          </a:prstGeom>
          <a:ln w="12700">
            <a:miter lim="400000"/>
          </a:ln>
          <a:extLst>
            <a:ext uri="{C572A759-6A51-4108-AA02-DFA0A04FC94B}">
              <ma14:wrappingTextBoxFlag xmlns:ma14="http://schemas.microsoft.com/office/mac/drawingml/2011/main" val="1"/>
            </a:ext>
          </a:extLst>
        </p:spPr>
        <p:txBody>
          <a:bodyPr wrap="none" lIns="45719" rIns="45719">
            <a:spAutoFit/>
          </a:bodyPr>
          <a:lstStyle/>
          <a:p>
            <a:pPr algn="ctr">
              <a:lnSpc>
                <a:spcPct val="115000"/>
              </a:lnSpc>
              <a:defRPr sz="3200">
                <a:ln w="9525" cap="flat">
                  <a:solidFill>
                    <a:srgbClr val="000000"/>
                  </a:solidFill>
                  <a:prstDash val="solid"/>
                  <a:round/>
                </a:ln>
                <a:latin typeface="Arial Black"/>
                <a:ea typeface="Arial Black"/>
                <a:cs typeface="Arial Black"/>
                <a:sym typeface="Arial Black"/>
              </a:defRPr>
            </a:pPr>
            <a:r>
              <a:t>V:  </a:t>
            </a:r>
          </a:p>
          <a:p>
            <a:pPr algn="ctr">
              <a:lnSpc>
                <a:spcPct val="115000"/>
              </a:lnSpc>
              <a:defRPr sz="2800">
                <a:ln w="9525" cap="flat">
                  <a:solidFill>
                    <a:srgbClr val="000000"/>
                  </a:solidFill>
                  <a:prstDash val="solid"/>
                  <a:round/>
                </a:ln>
                <a:latin typeface="Arial Black"/>
                <a:ea typeface="Arial Black"/>
                <a:cs typeface="Arial Black"/>
                <a:sym typeface="Arial Black"/>
              </a:defRPr>
            </a:pPr>
            <a:r>
              <a:t> God mounts his throne to shouts of joy: </a:t>
            </a:r>
          </a:p>
          <a:p>
            <a:pPr algn="ctr">
              <a:lnSpc>
                <a:spcPct val="115000"/>
              </a:lnSpc>
              <a:defRPr sz="2800">
                <a:ln w="9525" cap="flat">
                  <a:solidFill>
                    <a:srgbClr val="000000"/>
                  </a:solidFill>
                  <a:prstDash val="solid"/>
                  <a:round/>
                </a:ln>
                <a:latin typeface="Arial Black"/>
                <a:ea typeface="Arial Black"/>
                <a:cs typeface="Arial Black"/>
                <a:sym typeface="Arial Black"/>
              </a:defRPr>
            </a:pPr>
            <a:r>
              <a:t>a blare of trumpets for the Lord.</a:t>
            </a:r>
          </a:p>
          <a:p>
            <a:pPr algn="ctr">
              <a:lnSpc>
                <a:spcPct val="115000"/>
              </a:lnSpc>
              <a:defRPr sz="3200">
                <a:ln w="9525" cap="flat">
                  <a:solidFill>
                    <a:srgbClr val="000000"/>
                  </a:solidFill>
                  <a:prstDash val="solid"/>
                  <a:round/>
                </a:ln>
                <a:latin typeface="Arial Black"/>
                <a:ea typeface="Arial Black"/>
                <a:cs typeface="Arial Black"/>
                <a:sym typeface="Arial Black"/>
              </a:defRPr>
            </a:pPr>
          </a:p>
          <a:p>
            <a:pPr algn="ctr">
              <a:lnSpc>
                <a:spcPct val="115000"/>
              </a:lnSpc>
              <a:defRPr sz="3200">
                <a:ln w="9525" cap="flat">
                  <a:solidFill>
                    <a:srgbClr val="000000"/>
                  </a:solidFill>
                  <a:prstDash val="solid"/>
                  <a:round/>
                </a:ln>
                <a:latin typeface="Arial Black"/>
                <a:ea typeface="Arial Black"/>
                <a:cs typeface="Arial Black"/>
                <a:sym typeface="Arial Black"/>
              </a:defRPr>
            </a:pPr>
          </a:p>
          <a:p>
            <a:pPr algn="ctr">
              <a:lnSpc>
                <a:spcPct val="115000"/>
              </a:lnSpc>
              <a:defRPr sz="3200">
                <a:ln w="9525" cap="flat">
                  <a:solidFill>
                    <a:srgbClr val="000000"/>
                  </a:solidFill>
                  <a:prstDash val="solid"/>
                  <a:round/>
                </a:ln>
                <a:latin typeface="Arial Black"/>
                <a:ea typeface="Arial Black"/>
                <a:cs typeface="Arial Black"/>
                <a:sym typeface="Arial Black"/>
              </a:defRPr>
            </a:pPr>
            <a:r>
              <a:t>R:  </a:t>
            </a:r>
          </a:p>
          <a:p>
            <a:pPr algn="ctr">
              <a:lnSpc>
                <a:spcPct val="115000"/>
              </a:lnSpc>
              <a:defRPr sz="3200">
                <a:ln w="9525" cap="flat">
                  <a:solidFill>
                    <a:srgbClr val="000000"/>
                  </a:solidFill>
                  <a:prstDash val="solid"/>
                  <a:round/>
                </a:ln>
                <a:latin typeface="Arial Black"/>
                <a:ea typeface="Arial Black"/>
                <a:cs typeface="Arial Black"/>
                <a:sym typeface="Arial Black"/>
              </a:defRPr>
            </a:pPr>
            <a:r>
              <a:t>God mounts his throne to shouts of joy: </a:t>
            </a:r>
          </a:p>
          <a:p>
            <a:pPr algn="ctr">
              <a:lnSpc>
                <a:spcPct val="115000"/>
              </a:lnSpc>
              <a:defRPr sz="3200">
                <a:ln w="9525" cap="flat">
                  <a:solidFill>
                    <a:srgbClr val="000000"/>
                  </a:solidFill>
                  <a:prstDash val="solid"/>
                  <a:round/>
                </a:ln>
                <a:latin typeface="Arial Black"/>
                <a:ea typeface="Arial Black"/>
                <a:cs typeface="Arial Black"/>
                <a:sym typeface="Arial Black"/>
              </a:defRPr>
            </a:pPr>
            <a:r>
              <a:t>a blare of trumpets for the Lord.</a:t>
            </a:r>
          </a:p>
        </p:txBody>
      </p:sp>
    </p:spTree>
  </p:cSld>
  <p:clrMapOvr>
    <a:masterClrMapping/>
  </p:clrMapOvr>
  <p:transition xmlns:p14="http://schemas.microsoft.com/office/powerpoint/2010/main" spd="med" advClick="1"/>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4" name="Rectangle 2"/>
          <p:cNvSpPr txBox="1"/>
          <p:nvPr/>
        </p:nvSpPr>
        <p:spPr>
          <a:xfrm>
            <a:off x="1513347" y="1027774"/>
            <a:ext cx="9082963" cy="2123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gn="ctr">
              <a:defRPr sz="2800">
                <a:ln w="9525" cap="flat">
                  <a:solidFill>
                    <a:srgbClr val="000000"/>
                  </a:solidFill>
                  <a:prstDash val="solid"/>
                  <a:round/>
                </a:ln>
                <a:latin typeface="Arial Black"/>
                <a:ea typeface="Arial Black"/>
                <a:cs typeface="Arial Black"/>
                <a:sym typeface="Arial Black"/>
              </a:defRPr>
            </a:pPr>
            <a:r>
              <a:t>All you peoples, clap your hands,</a:t>
            </a:r>
            <a:br/>
            <a:r>
              <a:t>    shout to God with cries of gladness,</a:t>
            </a:r>
            <a:br/>
            <a:r>
              <a:t>For the LORD, the Most High, the awesome,</a:t>
            </a:r>
            <a:br/>
            <a:r>
              <a:t>    is the great king over all the earth.</a:t>
            </a:r>
          </a:p>
        </p:txBody>
      </p:sp>
      <p:sp>
        <p:nvSpPr>
          <p:cNvPr id="115" name="Rectangle 3"/>
          <p:cNvSpPr txBox="1"/>
          <p:nvPr/>
        </p:nvSpPr>
        <p:spPr>
          <a:xfrm>
            <a:off x="1513347" y="3596178"/>
            <a:ext cx="8842151" cy="3520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gn="ctr">
              <a:lnSpc>
                <a:spcPct val="115000"/>
              </a:lnSpc>
              <a:defRPr sz="2800">
                <a:ln w="9525" cap="flat">
                  <a:solidFill>
                    <a:srgbClr val="000000"/>
                  </a:solidFill>
                  <a:prstDash val="solid"/>
                  <a:round/>
                </a:ln>
                <a:latin typeface="Arial Black"/>
                <a:ea typeface="Arial Black"/>
                <a:cs typeface="Arial Black"/>
                <a:sym typeface="Arial Black"/>
              </a:defRPr>
            </a:pPr>
          </a:p>
          <a:p>
            <a:pPr algn="ctr">
              <a:lnSpc>
                <a:spcPct val="115000"/>
              </a:lnSpc>
              <a:defRPr sz="2800">
                <a:ln w="9525" cap="flat">
                  <a:solidFill>
                    <a:srgbClr val="000000"/>
                  </a:solidFill>
                  <a:prstDash val="solid"/>
                  <a:round/>
                </a:ln>
                <a:latin typeface="Arial Black"/>
                <a:ea typeface="Arial Black"/>
                <a:cs typeface="Arial Black"/>
                <a:sym typeface="Arial Black"/>
              </a:defRPr>
            </a:pPr>
            <a:r>
              <a:t>R:  </a:t>
            </a:r>
          </a:p>
          <a:p>
            <a:pPr algn="ctr">
              <a:lnSpc>
                <a:spcPct val="115000"/>
              </a:lnSpc>
              <a:defRPr sz="2800">
                <a:ln w="9525" cap="flat">
                  <a:solidFill>
                    <a:srgbClr val="000000"/>
                  </a:solidFill>
                  <a:prstDash val="solid"/>
                  <a:round/>
                </a:ln>
                <a:latin typeface="Arial Black"/>
                <a:ea typeface="Arial Black"/>
                <a:cs typeface="Arial Black"/>
                <a:sym typeface="Arial Black"/>
              </a:defRPr>
            </a:pPr>
          </a:p>
          <a:p>
            <a:pPr algn="ctr">
              <a:lnSpc>
                <a:spcPct val="115000"/>
              </a:lnSpc>
              <a:defRPr sz="2800">
                <a:ln w="9525" cap="flat">
                  <a:solidFill>
                    <a:srgbClr val="000000"/>
                  </a:solidFill>
                  <a:prstDash val="solid"/>
                  <a:round/>
                </a:ln>
                <a:latin typeface="Arial Black"/>
                <a:ea typeface="Arial Black"/>
                <a:cs typeface="Arial Black"/>
                <a:sym typeface="Arial Black"/>
              </a:defRPr>
            </a:pPr>
            <a:r>
              <a:t>God mounts his throne to shouts of joy: </a:t>
            </a:r>
          </a:p>
          <a:p>
            <a:pPr algn="ctr">
              <a:lnSpc>
                <a:spcPct val="115000"/>
              </a:lnSpc>
              <a:defRPr sz="2800">
                <a:ln w="9525" cap="flat">
                  <a:solidFill>
                    <a:srgbClr val="000000"/>
                  </a:solidFill>
                  <a:prstDash val="solid"/>
                  <a:round/>
                </a:ln>
                <a:latin typeface="Arial Black"/>
                <a:ea typeface="Arial Black"/>
                <a:cs typeface="Arial Black"/>
                <a:sym typeface="Arial Black"/>
              </a:defRPr>
            </a:pPr>
            <a:r>
              <a:t>a blare of trumpets for the Lord.</a:t>
            </a:r>
          </a:p>
        </p:txBody>
      </p:sp>
    </p:spTree>
  </p:cSld>
  <p:clrMapOvr>
    <a:masterClrMapping/>
  </p:clrMapOvr>
  <p:transition xmlns:p14="http://schemas.microsoft.com/office/powerpoint/2010/main" spd="med" advClick="1"/>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7" name="Rectangle 2"/>
          <p:cNvSpPr txBox="1"/>
          <p:nvPr/>
        </p:nvSpPr>
        <p:spPr>
          <a:xfrm>
            <a:off x="1513347" y="1027774"/>
            <a:ext cx="9082963" cy="2123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gn="ctr">
              <a:defRPr sz="2800">
                <a:ln w="9525" cap="flat">
                  <a:solidFill>
                    <a:srgbClr val="000000"/>
                  </a:solidFill>
                  <a:prstDash val="solid"/>
                  <a:round/>
                </a:ln>
                <a:latin typeface="Arial Black"/>
                <a:ea typeface="Arial Black"/>
                <a:cs typeface="Arial Black"/>
                <a:sym typeface="Arial Black"/>
              </a:defRPr>
            </a:pPr>
            <a:r>
              <a:t>God mounts his throne amid shouts of joy;</a:t>
            </a:r>
            <a:br/>
            <a:r>
              <a:t>    the LORD, amid trumpet blasts.</a:t>
            </a:r>
            <a:br/>
            <a:r>
              <a:t>Sing praise to God, sing praise;</a:t>
            </a:r>
            <a:br/>
            <a:r>
              <a:t>    sing praise to our king, sing praise.</a:t>
            </a:r>
          </a:p>
        </p:txBody>
      </p:sp>
      <p:sp>
        <p:nvSpPr>
          <p:cNvPr id="118" name="Rectangle 3"/>
          <p:cNvSpPr txBox="1"/>
          <p:nvPr/>
        </p:nvSpPr>
        <p:spPr>
          <a:xfrm>
            <a:off x="1513347" y="3596178"/>
            <a:ext cx="8842151" cy="3520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gn="ctr">
              <a:lnSpc>
                <a:spcPct val="115000"/>
              </a:lnSpc>
              <a:defRPr sz="2800">
                <a:ln w="9525" cap="flat">
                  <a:solidFill>
                    <a:srgbClr val="000000"/>
                  </a:solidFill>
                  <a:prstDash val="solid"/>
                  <a:round/>
                </a:ln>
                <a:latin typeface="Arial Black"/>
                <a:ea typeface="Arial Black"/>
                <a:cs typeface="Arial Black"/>
                <a:sym typeface="Arial Black"/>
              </a:defRPr>
            </a:pPr>
          </a:p>
          <a:p>
            <a:pPr algn="ctr">
              <a:lnSpc>
                <a:spcPct val="115000"/>
              </a:lnSpc>
              <a:defRPr sz="2800">
                <a:ln w="9525" cap="flat">
                  <a:solidFill>
                    <a:srgbClr val="000000"/>
                  </a:solidFill>
                  <a:prstDash val="solid"/>
                  <a:round/>
                </a:ln>
                <a:latin typeface="Arial Black"/>
                <a:ea typeface="Arial Black"/>
                <a:cs typeface="Arial Black"/>
                <a:sym typeface="Arial Black"/>
              </a:defRPr>
            </a:pPr>
            <a:r>
              <a:t>R:  </a:t>
            </a:r>
          </a:p>
          <a:p>
            <a:pPr algn="ctr">
              <a:lnSpc>
                <a:spcPct val="115000"/>
              </a:lnSpc>
              <a:defRPr sz="2800">
                <a:ln w="9525" cap="flat">
                  <a:solidFill>
                    <a:srgbClr val="000000"/>
                  </a:solidFill>
                  <a:prstDash val="solid"/>
                  <a:round/>
                </a:ln>
                <a:latin typeface="Arial Black"/>
                <a:ea typeface="Arial Black"/>
                <a:cs typeface="Arial Black"/>
                <a:sym typeface="Arial Black"/>
              </a:defRPr>
            </a:pPr>
          </a:p>
          <a:p>
            <a:pPr algn="ctr">
              <a:lnSpc>
                <a:spcPct val="115000"/>
              </a:lnSpc>
              <a:defRPr sz="2800">
                <a:ln w="9525" cap="flat">
                  <a:solidFill>
                    <a:srgbClr val="000000"/>
                  </a:solidFill>
                  <a:prstDash val="solid"/>
                  <a:round/>
                </a:ln>
                <a:latin typeface="Arial Black"/>
                <a:ea typeface="Arial Black"/>
                <a:cs typeface="Arial Black"/>
                <a:sym typeface="Arial Black"/>
              </a:defRPr>
            </a:pPr>
            <a:r>
              <a:t>God mounts his throne to shouts of joy: </a:t>
            </a:r>
          </a:p>
          <a:p>
            <a:pPr algn="ctr">
              <a:lnSpc>
                <a:spcPct val="115000"/>
              </a:lnSpc>
              <a:defRPr sz="2800">
                <a:ln w="9525" cap="flat">
                  <a:solidFill>
                    <a:srgbClr val="000000"/>
                  </a:solidFill>
                  <a:prstDash val="solid"/>
                  <a:round/>
                </a:ln>
                <a:latin typeface="Arial Black"/>
                <a:ea typeface="Arial Black"/>
                <a:cs typeface="Arial Black"/>
                <a:sym typeface="Arial Black"/>
              </a:defRPr>
            </a:pPr>
            <a:r>
              <a:t>a blare of trumpets for the Lord.</a:t>
            </a:r>
          </a:p>
        </p:txBody>
      </p:sp>
    </p:spTree>
  </p:cSld>
  <p:clrMapOvr>
    <a:masterClrMapping/>
  </p:clrMapOvr>
  <p:transition xmlns:p14="http://schemas.microsoft.com/office/powerpoint/2010/main" spd="med" advClick="1"/>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0" name="Rectangle 2"/>
          <p:cNvSpPr txBox="1"/>
          <p:nvPr/>
        </p:nvSpPr>
        <p:spPr>
          <a:xfrm>
            <a:off x="1513347" y="1027774"/>
            <a:ext cx="9082963" cy="2123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gn="ctr">
              <a:defRPr sz="2800">
                <a:ln w="9525" cap="flat">
                  <a:solidFill>
                    <a:srgbClr val="000000"/>
                  </a:solidFill>
                  <a:prstDash val="solid"/>
                  <a:round/>
                </a:ln>
                <a:latin typeface="Arial Black"/>
                <a:ea typeface="Arial Black"/>
                <a:cs typeface="Arial Black"/>
                <a:sym typeface="Arial Black"/>
              </a:defRPr>
            </a:pPr>
            <a:r>
              <a:t>For king of all the earth is God;</a:t>
            </a:r>
            <a:br/>
            <a:r>
              <a:t>    sing hymns of praise.</a:t>
            </a:r>
            <a:br/>
            <a:r>
              <a:t>God reigns over the nations,</a:t>
            </a:r>
            <a:br/>
            <a:r>
              <a:t>    God sits upon his holy throne.</a:t>
            </a:r>
          </a:p>
        </p:txBody>
      </p:sp>
      <p:sp>
        <p:nvSpPr>
          <p:cNvPr id="121" name="Rectangle 3"/>
          <p:cNvSpPr txBox="1"/>
          <p:nvPr/>
        </p:nvSpPr>
        <p:spPr>
          <a:xfrm>
            <a:off x="1513347" y="3596178"/>
            <a:ext cx="8842151" cy="3520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gn="ctr">
              <a:lnSpc>
                <a:spcPct val="115000"/>
              </a:lnSpc>
              <a:defRPr sz="2800">
                <a:ln w="9525" cap="flat">
                  <a:solidFill>
                    <a:srgbClr val="000000"/>
                  </a:solidFill>
                  <a:prstDash val="solid"/>
                  <a:round/>
                </a:ln>
                <a:latin typeface="Arial Black"/>
                <a:ea typeface="Arial Black"/>
                <a:cs typeface="Arial Black"/>
                <a:sym typeface="Arial Black"/>
              </a:defRPr>
            </a:pPr>
          </a:p>
          <a:p>
            <a:pPr algn="ctr">
              <a:lnSpc>
                <a:spcPct val="115000"/>
              </a:lnSpc>
              <a:defRPr sz="2800">
                <a:ln w="9525" cap="flat">
                  <a:solidFill>
                    <a:srgbClr val="000000"/>
                  </a:solidFill>
                  <a:prstDash val="solid"/>
                  <a:round/>
                </a:ln>
                <a:latin typeface="Arial Black"/>
                <a:ea typeface="Arial Black"/>
                <a:cs typeface="Arial Black"/>
                <a:sym typeface="Arial Black"/>
              </a:defRPr>
            </a:pPr>
            <a:r>
              <a:t>R:  </a:t>
            </a:r>
          </a:p>
          <a:p>
            <a:pPr algn="ctr">
              <a:lnSpc>
                <a:spcPct val="115000"/>
              </a:lnSpc>
              <a:defRPr sz="2800">
                <a:ln w="9525" cap="flat">
                  <a:solidFill>
                    <a:srgbClr val="000000"/>
                  </a:solidFill>
                  <a:prstDash val="solid"/>
                  <a:round/>
                </a:ln>
                <a:latin typeface="Arial Black"/>
                <a:ea typeface="Arial Black"/>
                <a:cs typeface="Arial Black"/>
                <a:sym typeface="Arial Black"/>
              </a:defRPr>
            </a:pPr>
          </a:p>
          <a:p>
            <a:pPr algn="ctr">
              <a:lnSpc>
                <a:spcPct val="115000"/>
              </a:lnSpc>
              <a:defRPr sz="2800">
                <a:ln w="9525" cap="flat">
                  <a:solidFill>
                    <a:srgbClr val="000000"/>
                  </a:solidFill>
                  <a:prstDash val="solid"/>
                  <a:round/>
                </a:ln>
                <a:latin typeface="Arial Black"/>
                <a:ea typeface="Arial Black"/>
                <a:cs typeface="Arial Black"/>
                <a:sym typeface="Arial Black"/>
              </a:defRPr>
            </a:pPr>
            <a:r>
              <a:t>God mounts his throne to shouts of joy: </a:t>
            </a:r>
          </a:p>
          <a:p>
            <a:pPr algn="ctr">
              <a:lnSpc>
                <a:spcPct val="115000"/>
              </a:lnSpc>
              <a:defRPr sz="2800">
                <a:ln w="9525" cap="flat">
                  <a:solidFill>
                    <a:srgbClr val="000000"/>
                  </a:solidFill>
                  <a:prstDash val="solid"/>
                  <a:round/>
                </a:ln>
                <a:latin typeface="Arial Black"/>
                <a:ea typeface="Arial Black"/>
                <a:cs typeface="Arial Black"/>
                <a:sym typeface="Arial Black"/>
              </a:defRPr>
            </a:pPr>
            <a:r>
              <a:t>a blare of trumpets for the Lord.</a:t>
            </a:r>
          </a:p>
        </p:txBody>
      </p:sp>
    </p:spTree>
  </p:cSld>
  <p:clrMapOvr>
    <a:masterClrMapping/>
  </p:clrMapOvr>
  <p:transition xmlns:p14="http://schemas.microsoft.com/office/powerpoint/2010/main" spd="med" advClick="1"/>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3" name="Rectangle 72"/>
          <p:cNvSpPr/>
          <p:nvPr/>
        </p:nvSpPr>
        <p:spPr>
          <a:xfrm>
            <a:off x="0" y="0"/>
            <a:ext cx="12192000" cy="6858000"/>
          </a:xfrm>
          <a:prstGeom prst="rect">
            <a:avLst/>
          </a:prstGeom>
          <a:solidFill>
            <a:srgbClr val="000000"/>
          </a:solidFill>
          <a:ln w="12700">
            <a:miter lim="400000"/>
          </a:ln>
        </p:spPr>
        <p:txBody>
          <a:bodyPr lIns="45719" rIns="45719" anchor="ctr"/>
          <a:lstStyle/>
          <a:p>
            <a:pPr algn="ctr">
              <a:defRPr>
                <a:solidFill>
                  <a:srgbClr val="FFFFFF"/>
                </a:solidFill>
              </a:defRPr>
            </a:pPr>
          </a:p>
        </p:txBody>
      </p:sp>
      <p:pic>
        <p:nvPicPr>
          <p:cNvPr id="124" name="Picture 4" descr="Picture 4"/>
          <p:cNvPicPr>
            <a:picLocks noChangeAspect="1"/>
          </p:cNvPicPr>
          <p:nvPr/>
        </p:nvPicPr>
        <p:blipFill>
          <a:blip r:embed="rId3">
            <a:extLst/>
          </a:blip>
          <a:srcRect l="0" t="23761" r="0" b="0"/>
          <a:stretch>
            <a:fillRect/>
          </a:stretch>
        </p:blipFill>
        <p:spPr>
          <a:xfrm>
            <a:off x="684574" y="685800"/>
            <a:ext cx="10821626" cy="5486400"/>
          </a:xfrm>
          <a:prstGeom prst="rect">
            <a:avLst/>
          </a:prstGeom>
          <a:ln w="12700">
            <a:miter lim="400000"/>
          </a:ln>
        </p:spPr>
      </p:pic>
    </p:spTree>
  </p:cSld>
  <p:clrMapOvr>
    <a:masterClrMapping/>
  </p:clrMapOvr>
  <p:transition xmlns:p14="http://schemas.microsoft.com/office/powerpoint/2010/main" spd="med" advClick="1"/>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28" name="Title 1"/>
          <p:cNvSpPr txBox="1"/>
          <p:nvPr/>
        </p:nvSpPr>
        <p:spPr>
          <a:xfrm>
            <a:off x="2272675" y="1840635"/>
            <a:ext cx="7682112" cy="1143001"/>
          </a:xfrm>
          <a:prstGeom prst="rect">
            <a:avLst/>
          </a:prstGeom>
          <a:ln w="12700">
            <a:miter lim="400000"/>
          </a:ln>
          <a:extLst>
            <a:ext uri="{C572A759-6A51-4108-AA02-DFA0A04FC94B}">
              <ma14:wrappingTextBoxFlag xmlns:ma14="http://schemas.microsoft.com/office/mac/drawingml/2011/main" val="1"/>
            </a:ext>
          </a:extLst>
        </p:spPr>
        <p:txBody>
          <a:bodyPr wrap="none" lIns="0" tIns="0" rIns="0" bIns="0" anchor="b">
            <a:spAutoFit/>
          </a:bodyPr>
          <a:lstStyle/>
          <a:p>
            <a:pPr algn="ctr" defTabSz="535746">
              <a:defRPr cap="all" sz="3200">
                <a:ln w="6350" cap="flat">
                  <a:solidFill>
                    <a:srgbClr val="000000"/>
                  </a:solidFill>
                  <a:prstDash val="solid"/>
                  <a:round/>
                </a:ln>
                <a:effectLst>
                  <a:outerShdw sx="100000" sy="100000" kx="0" ky="0" algn="b" rotWithShape="0" blurRad="50800" dist="38100" dir="2700000">
                    <a:srgbClr val="000000">
                      <a:alpha val="43000"/>
                    </a:srgbClr>
                  </a:outerShdw>
                </a:effectLst>
                <a:latin typeface="Arial Black"/>
                <a:ea typeface="Arial Black"/>
                <a:cs typeface="Arial Black"/>
                <a:sym typeface="Arial Black"/>
              </a:defRPr>
            </a:pPr>
            <a:r>
              <a:t>A READING FrOM the letter of</a:t>
            </a:r>
          </a:p>
          <a:p>
            <a:pPr algn="ctr" defTabSz="535746">
              <a:defRPr cap="all" sz="3200">
                <a:ln w="6350" cap="flat">
                  <a:solidFill>
                    <a:srgbClr val="000000"/>
                  </a:solidFill>
                  <a:prstDash val="solid"/>
                  <a:round/>
                </a:ln>
                <a:effectLst>
                  <a:outerShdw sx="100000" sy="100000" kx="0" ky="0" algn="b" rotWithShape="0" blurRad="50800" dist="38100" dir="2700000">
                    <a:srgbClr val="000000">
                      <a:alpha val="43000"/>
                    </a:srgbClr>
                  </a:outerShdw>
                </a:effectLst>
                <a:latin typeface="Arial Black"/>
                <a:ea typeface="Arial Black"/>
                <a:cs typeface="Arial Black"/>
                <a:sym typeface="Arial Black"/>
              </a:defRPr>
            </a:pPr>
            <a:r>
              <a:t>St. paul to the ephesians </a:t>
            </a:r>
          </a:p>
        </p:txBody>
      </p:sp>
      <p:sp>
        <p:nvSpPr>
          <p:cNvPr id="129" name="Text Placeholder 2"/>
          <p:cNvSpPr txBox="1"/>
          <p:nvPr/>
        </p:nvSpPr>
        <p:spPr>
          <a:xfrm>
            <a:off x="4595004" y="3612217"/>
            <a:ext cx="2620605" cy="584199"/>
          </a:xfrm>
          <a:prstGeom prst="rect">
            <a:avLst/>
          </a:prstGeom>
          <a:ln w="12700">
            <a:miter lim="400000"/>
          </a:ln>
          <a:extLst>
            <a:ext uri="{C572A759-6A51-4108-AA02-DFA0A04FC94B}">
              <ma14:wrappingTextBoxFlag xmlns:ma14="http://schemas.microsoft.com/office/mac/drawingml/2011/main" val="1"/>
            </a:ext>
          </a:extLst>
        </p:spPr>
        <p:txBody>
          <a:bodyPr lIns="38099" tIns="38099" rIns="38099" bIns="38099">
            <a:spAutoFit/>
          </a:bodyPr>
          <a:lstStyle>
            <a:lvl1pPr algn="ctr" defTabSz="535746">
              <a:spcBef>
                <a:spcPts val="600"/>
              </a:spcBef>
              <a:defRPr sz="2800">
                <a:ln w="9525" cap="flat">
                  <a:solidFill>
                    <a:srgbClr val="000000"/>
                  </a:solidFill>
                  <a:prstDash val="solid"/>
                  <a:round/>
                </a:ln>
                <a:latin typeface="Arial Black"/>
                <a:ea typeface="Arial Black"/>
                <a:cs typeface="Arial Black"/>
                <a:sym typeface="Arial Black"/>
              </a:defRPr>
            </a:lvl1pPr>
          </a:lstStyle>
          <a:p>
            <a:pPr/>
            <a:r>
              <a:t>1:17-23</a:t>
            </a:r>
          </a:p>
        </p:txBody>
      </p:sp>
    </p:spTree>
  </p:cSld>
  <p:clrMapOvr>
    <a:masterClrMapping/>
  </p:clrMapOvr>
  <p:transition xmlns:p14="http://schemas.microsoft.com/office/powerpoint/2010/main" spd="med" advClick="1"/>
</p:sld>
</file>

<file path=ppt/slides/slide1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3" name="Rectangle 1"/>
          <p:cNvSpPr txBox="1"/>
          <p:nvPr/>
        </p:nvSpPr>
        <p:spPr>
          <a:xfrm>
            <a:off x="533399" y="924562"/>
            <a:ext cx="11125201" cy="59588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sz="2400">
                <a:ln w="9525" cap="flat">
                  <a:solidFill>
                    <a:srgbClr val="000000"/>
                  </a:solidFill>
                  <a:prstDash val="solid"/>
                  <a:round/>
                </a:ln>
                <a:latin typeface="Arial Black"/>
                <a:ea typeface="Arial Black"/>
                <a:cs typeface="Arial Black"/>
                <a:sym typeface="Arial Black"/>
              </a:defRPr>
            </a:pPr>
            <a:r>
              <a:t>Brothers and sisters: May the God of our Lord Jesus Christ, the Father of glory, give you a Spirit of wisdom and revelation resulting in knowledge of him. May the eyes of your hearts be enlightened, that you may know what is the hope that belongs to his call, what are the riches of glory in his inheritance among the holy ones, and what is the surpassing greatness of his power</a:t>
            </a:r>
            <a:br/>
            <a:r>
              <a:t>for us who believe, in accord with the exercise of his great might, which he worked in Christ, raising him from the dead and seating him at his right hand in the heavens, far above every principality, authority, power, and dominion, and every name that is named not only in this age but also in the one to come. And he put all things beneath his feet and gave him as head over all things to the church, which is his body, the fullness of the one who fills all things in every way.</a:t>
            </a:r>
          </a:p>
        </p:txBody>
      </p:sp>
    </p:spTree>
  </p:cSld>
  <p:clrMapOvr>
    <a:masterClrMapping/>
  </p:clrMapOvr>
  <p:transition xmlns:p14="http://schemas.microsoft.com/office/powerpoint/2010/main" spd="med" advClick="1"/>
</p:sld>
</file>

<file path=ppt/slides/slide1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5" name="Rectangle 2"/>
          <p:cNvSpPr txBox="1"/>
          <p:nvPr/>
        </p:nvSpPr>
        <p:spPr>
          <a:xfrm>
            <a:off x="2094574" y="1947927"/>
            <a:ext cx="7941514" cy="26822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gn="ctr">
              <a:defRPr sz="3600">
                <a:ln w="9525" cap="flat">
                  <a:solidFill>
                    <a:srgbClr val="000000"/>
                  </a:solidFill>
                  <a:prstDash val="solid"/>
                  <a:round/>
                </a:ln>
                <a:latin typeface="Arial Black"/>
                <a:ea typeface="Arial Black"/>
                <a:cs typeface="Arial Black"/>
                <a:sym typeface="Arial Black"/>
              </a:defRPr>
            </a:pPr>
            <a:r>
              <a:t>The word of the Lord. </a:t>
            </a:r>
          </a:p>
          <a:p>
            <a:pPr algn="ctr">
              <a:defRPr sz="3600">
                <a:ln w="9525" cap="flat">
                  <a:solidFill>
                    <a:srgbClr val="000000"/>
                  </a:solidFill>
                  <a:prstDash val="solid"/>
                  <a:round/>
                </a:ln>
                <a:latin typeface="Arial Black"/>
                <a:ea typeface="Arial Black"/>
                <a:cs typeface="Arial Black"/>
                <a:sym typeface="Arial Black"/>
              </a:defRPr>
            </a:pPr>
          </a:p>
          <a:p>
            <a:pPr algn="ctr">
              <a:defRPr sz="3600">
                <a:ln w="9525" cap="flat">
                  <a:solidFill>
                    <a:srgbClr val="000000"/>
                  </a:solidFill>
                  <a:prstDash val="solid"/>
                  <a:round/>
                </a:ln>
                <a:latin typeface="Arial Black"/>
                <a:ea typeface="Arial Black"/>
                <a:cs typeface="Arial Black"/>
                <a:sym typeface="Arial Black"/>
              </a:defRPr>
            </a:pPr>
          </a:p>
          <a:p>
            <a:pPr algn="ctr">
              <a:defRPr sz="3600">
                <a:ln w="9525" cap="flat">
                  <a:solidFill>
                    <a:srgbClr val="000000"/>
                  </a:solidFill>
                  <a:prstDash val="solid"/>
                  <a:round/>
                </a:ln>
                <a:latin typeface="Arial Black"/>
                <a:ea typeface="Arial Black"/>
                <a:cs typeface="Arial Black"/>
                <a:sym typeface="Arial Black"/>
              </a:defRPr>
            </a:pPr>
            <a:r>
              <a:t>Thanks be to God.</a:t>
            </a:r>
          </a:p>
        </p:txBody>
      </p:sp>
    </p:spTree>
  </p:cSld>
  <p:clrMapOvr>
    <a:masterClrMapping/>
  </p:clrMapOvr>
  <p:transition xmlns:p14="http://schemas.microsoft.com/office/powerpoint/2010/main" spd="med" advClick="1"/>
</p:sld>
</file>

<file path=ppt/slides/slide1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37" name="Rectangle 72"/>
          <p:cNvSpPr/>
          <p:nvPr/>
        </p:nvSpPr>
        <p:spPr>
          <a:xfrm>
            <a:off x="0" y="0"/>
            <a:ext cx="12192000" cy="6858000"/>
          </a:xfrm>
          <a:prstGeom prst="rect">
            <a:avLst/>
          </a:prstGeom>
          <a:solidFill>
            <a:srgbClr val="000000"/>
          </a:solidFill>
          <a:ln w="12700">
            <a:miter lim="400000"/>
          </a:ln>
        </p:spPr>
        <p:txBody>
          <a:bodyPr lIns="45719" rIns="45719" anchor="ctr"/>
          <a:lstStyle/>
          <a:p>
            <a:pPr algn="ctr">
              <a:defRPr>
                <a:solidFill>
                  <a:srgbClr val="FFFFFF"/>
                </a:solidFill>
              </a:defRPr>
            </a:pPr>
          </a:p>
        </p:txBody>
      </p:sp>
      <p:pic>
        <p:nvPicPr>
          <p:cNvPr id="138" name="Picture 4" descr="Picture 4"/>
          <p:cNvPicPr>
            <a:picLocks noChangeAspect="1"/>
          </p:cNvPicPr>
          <p:nvPr/>
        </p:nvPicPr>
        <p:blipFill>
          <a:blip r:embed="rId3">
            <a:extLst/>
          </a:blip>
          <a:srcRect l="0" t="23761" r="0" b="0"/>
          <a:stretch>
            <a:fillRect/>
          </a:stretch>
        </p:blipFill>
        <p:spPr>
          <a:xfrm>
            <a:off x="684574" y="685800"/>
            <a:ext cx="10821626" cy="5486400"/>
          </a:xfrm>
          <a:prstGeom prst="rect">
            <a:avLst/>
          </a:prstGeom>
          <a:ln w="12700">
            <a:miter lim="400000"/>
          </a:ln>
        </p:spPr>
      </p:pic>
    </p:spTree>
  </p:cSld>
  <p:clrMapOvr>
    <a:masterClrMapping/>
  </p:clrMapOvr>
  <p:transition xmlns:p14="http://schemas.microsoft.com/office/powerpoint/2010/main" spd="med" advClick="1"/>
</p:sld>
</file>

<file path=ppt/slides/slide1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2" name="Title 1"/>
          <p:cNvSpPr txBox="1"/>
          <p:nvPr/>
        </p:nvSpPr>
        <p:spPr>
          <a:xfrm>
            <a:off x="3181348" y="170174"/>
            <a:ext cx="5603609" cy="508001"/>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lvl1pPr algn="ctr" defTabSz="446438">
              <a:defRPr cap="all" sz="2800">
                <a:ln w="6350" cap="flat">
                  <a:solidFill>
                    <a:srgbClr val="000000"/>
                  </a:solidFill>
                  <a:prstDash val="solid"/>
                  <a:round/>
                </a:ln>
                <a:latin typeface="Arial Black"/>
                <a:ea typeface="Arial Black"/>
                <a:cs typeface="Arial Black"/>
                <a:sym typeface="Arial Black"/>
              </a:defRPr>
            </a:lvl1pPr>
          </a:lstStyle>
          <a:p>
            <a:pPr/>
            <a:r>
              <a:t>GOSPEL Acclamation</a:t>
            </a:r>
          </a:p>
        </p:txBody>
      </p:sp>
      <p:sp>
        <p:nvSpPr>
          <p:cNvPr id="143" name="TextBox 4"/>
          <p:cNvSpPr txBox="1"/>
          <p:nvPr/>
        </p:nvSpPr>
        <p:spPr>
          <a:xfrm>
            <a:off x="1471563" y="1250220"/>
            <a:ext cx="9486514" cy="5171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gn="ctr">
              <a:defRPr sz="2800">
                <a:ln w="9525" cap="flat">
                  <a:solidFill>
                    <a:srgbClr val="000000"/>
                  </a:solidFill>
                  <a:prstDash val="solid"/>
                  <a:round/>
                </a:ln>
                <a:effectLst>
                  <a:outerShdw sx="100000" sy="100000" kx="0" ky="0" algn="b" rotWithShape="0" blurRad="50800" dist="50800" dir="5400000">
                    <a:srgbClr val="FFFFFF"/>
                  </a:outerShdw>
                </a:effectLst>
                <a:latin typeface="Arial Black"/>
                <a:ea typeface="Arial Black"/>
                <a:cs typeface="Arial Black"/>
                <a:sym typeface="Arial Black"/>
              </a:defRPr>
            </a:pPr>
            <a:br/>
            <a:r>
              <a:t> </a:t>
            </a:r>
            <a:r>
              <a:t>All (2x): Alleluia, alleluia, alleluia</a:t>
            </a:r>
          </a:p>
          <a:p>
            <a:pPr algn="ctr">
              <a:defRPr sz="2800">
                <a:ln w="9525" cap="flat">
                  <a:solidFill>
                    <a:srgbClr val="000000"/>
                  </a:solidFill>
                  <a:prstDash val="solid"/>
                  <a:round/>
                </a:ln>
                <a:effectLst>
                  <a:outerShdw sx="100000" sy="100000" kx="0" ky="0" algn="b" rotWithShape="0" blurRad="50800" dist="50800" dir="5400000">
                    <a:srgbClr val="FFFFFF"/>
                  </a:outerShdw>
                </a:effectLst>
                <a:latin typeface="Arial Black"/>
                <a:ea typeface="Arial Black"/>
                <a:cs typeface="Arial Black"/>
                <a:sym typeface="Arial Black"/>
              </a:defRPr>
            </a:pPr>
          </a:p>
          <a:p>
            <a:pPr algn="ctr">
              <a:defRPr sz="2800">
                <a:ln w="9525" cap="flat">
                  <a:solidFill>
                    <a:srgbClr val="000000"/>
                  </a:solidFill>
                  <a:prstDash val="solid"/>
                  <a:round/>
                </a:ln>
                <a:latin typeface="Arial Black"/>
                <a:ea typeface="Arial Black"/>
                <a:cs typeface="Arial Black"/>
                <a:sym typeface="Arial Black"/>
              </a:defRPr>
            </a:pPr>
            <a:r>
              <a:t>Cantor: </a:t>
            </a:r>
          </a:p>
          <a:p>
            <a:pPr algn="ctr">
              <a:defRPr sz="2800">
                <a:ln w="9525" cap="flat">
                  <a:solidFill>
                    <a:srgbClr val="000000"/>
                  </a:solidFill>
                  <a:prstDash val="solid"/>
                  <a:round/>
                </a:ln>
                <a:latin typeface="Arial Black"/>
                <a:ea typeface="Arial Black"/>
                <a:cs typeface="Arial Black"/>
                <a:sym typeface="Arial Black"/>
              </a:defRPr>
            </a:pPr>
          </a:p>
          <a:p>
            <a:pPr algn="ctr">
              <a:defRPr sz="2800">
                <a:ln w="9525" cap="flat">
                  <a:solidFill>
                    <a:srgbClr val="000000"/>
                  </a:solidFill>
                  <a:prstDash val="solid"/>
                  <a:round/>
                </a:ln>
                <a:latin typeface="Arial Black"/>
                <a:ea typeface="Arial Black"/>
                <a:cs typeface="Arial Black"/>
                <a:sym typeface="Arial Black"/>
              </a:defRPr>
            </a:pPr>
            <a:r>
              <a:t>Go and teach all nations, says the Lord;</a:t>
            </a:r>
            <a:br/>
            <a:r>
              <a:t>I am with you always, </a:t>
            </a:r>
          </a:p>
          <a:p>
            <a:pPr algn="ctr">
              <a:defRPr sz="2800">
                <a:ln w="9525" cap="flat">
                  <a:solidFill>
                    <a:srgbClr val="000000"/>
                  </a:solidFill>
                  <a:prstDash val="solid"/>
                  <a:round/>
                </a:ln>
                <a:latin typeface="Arial Black"/>
                <a:ea typeface="Arial Black"/>
                <a:cs typeface="Arial Black"/>
                <a:sym typeface="Arial Black"/>
              </a:defRPr>
            </a:pPr>
            <a:r>
              <a:t>until the end of the world.</a:t>
            </a:r>
          </a:p>
          <a:p>
            <a:pPr algn="ctr">
              <a:defRPr sz="2800">
                <a:ln w="9525" cap="flat">
                  <a:solidFill>
                    <a:srgbClr val="000000"/>
                  </a:solidFill>
                  <a:prstDash val="solid"/>
                  <a:round/>
                </a:ln>
                <a:latin typeface="Arial Black"/>
                <a:ea typeface="Arial Black"/>
                <a:cs typeface="Arial Black"/>
                <a:sym typeface="Arial Black"/>
              </a:defRPr>
            </a:pPr>
          </a:p>
          <a:p>
            <a:pPr algn="ctr">
              <a:defRPr sz="2800">
                <a:ln w="9525" cap="flat">
                  <a:solidFill>
                    <a:srgbClr val="000000"/>
                  </a:solidFill>
                  <a:prstDash val="solid"/>
                  <a:round/>
                </a:ln>
                <a:latin typeface="Arial Black"/>
                <a:ea typeface="Arial Black"/>
                <a:cs typeface="Arial Black"/>
                <a:sym typeface="Arial Black"/>
              </a:defRPr>
            </a:pPr>
            <a:r>
              <a:t>All (2x): Alleluia, alleluia, alleluia</a:t>
            </a:r>
          </a:p>
        </p:txBody>
      </p:sp>
    </p:spTree>
  </p:cSld>
  <p:clrMapOvr>
    <a:masterClrMapping/>
  </p:clrMapOvr>
  <p:transition xmlns:p14="http://schemas.microsoft.com/office/powerpoint/2010/main" spd="med" advClick="1"/>
</p:sld>
</file>

<file path=ppt/slides/slide1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47" name="Rectangle 72"/>
          <p:cNvSpPr/>
          <p:nvPr/>
        </p:nvSpPr>
        <p:spPr>
          <a:xfrm>
            <a:off x="0" y="0"/>
            <a:ext cx="12192000" cy="6858000"/>
          </a:xfrm>
          <a:prstGeom prst="rect">
            <a:avLst/>
          </a:prstGeom>
          <a:solidFill>
            <a:srgbClr val="000000"/>
          </a:solidFill>
          <a:ln w="12700">
            <a:miter lim="400000"/>
          </a:ln>
        </p:spPr>
        <p:txBody>
          <a:bodyPr lIns="45719" rIns="45719" anchor="ctr"/>
          <a:lstStyle/>
          <a:p>
            <a:pPr algn="ctr">
              <a:defRPr>
                <a:solidFill>
                  <a:srgbClr val="FFFFFF"/>
                </a:solidFill>
              </a:defRPr>
            </a:pPr>
          </a:p>
        </p:txBody>
      </p:sp>
      <p:pic>
        <p:nvPicPr>
          <p:cNvPr id="148" name="Picture 4" descr="Picture 4"/>
          <p:cNvPicPr>
            <a:picLocks noChangeAspect="1"/>
          </p:cNvPicPr>
          <p:nvPr/>
        </p:nvPicPr>
        <p:blipFill>
          <a:blip r:embed="rId3">
            <a:extLst/>
          </a:blip>
          <a:srcRect l="0" t="23761" r="0" b="0"/>
          <a:stretch>
            <a:fillRect/>
          </a:stretch>
        </p:blipFill>
        <p:spPr>
          <a:xfrm>
            <a:off x="684574" y="685800"/>
            <a:ext cx="10821626" cy="5486400"/>
          </a:xfrm>
          <a:prstGeom prst="rect">
            <a:avLst/>
          </a:prstGeom>
          <a:ln w="12700">
            <a:miter lim="400000"/>
          </a:ln>
        </p:spPr>
      </p:pic>
    </p:spTree>
  </p:cSld>
  <p:clrMapOvr>
    <a:masterClrMapping/>
  </p:clrMapOvr>
  <p:transition xmlns:p14="http://schemas.microsoft.com/office/powerpoint/2010/main" spd="med" advClick="1"/>
</p:sld>
</file>

<file path=ppt/slides/slide1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2" name="Title 1"/>
          <p:cNvSpPr txBox="1"/>
          <p:nvPr/>
        </p:nvSpPr>
        <p:spPr>
          <a:xfrm>
            <a:off x="1911474" y="834524"/>
            <a:ext cx="8411336" cy="1714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b">
            <a:spAutoFit/>
          </a:bodyPr>
          <a:lstStyle/>
          <a:p>
            <a:pPr algn="ctr" defTabSz="535746">
              <a:defRPr cap="all" sz="3200">
                <a:ln w="6350" cap="flat">
                  <a:solidFill>
                    <a:srgbClr val="000000"/>
                  </a:solidFill>
                  <a:prstDash val="solid"/>
                  <a:round/>
                </a:ln>
                <a:latin typeface="Arial Black"/>
                <a:ea typeface="Arial Black"/>
                <a:cs typeface="Arial Black"/>
                <a:sym typeface="Arial Black"/>
              </a:defRPr>
            </a:pPr>
            <a:r>
              <a:t>A Reading from the holy gospel</a:t>
            </a:r>
          </a:p>
          <a:p>
            <a:pPr algn="ctr" defTabSz="535746">
              <a:defRPr cap="all" sz="3200">
                <a:ln w="6350" cap="flat">
                  <a:solidFill>
                    <a:srgbClr val="000000"/>
                  </a:solidFill>
                  <a:prstDash val="solid"/>
                  <a:round/>
                </a:ln>
                <a:latin typeface="Arial Black"/>
                <a:ea typeface="Arial Black"/>
                <a:cs typeface="Arial Black"/>
                <a:sym typeface="Arial Black"/>
              </a:defRPr>
            </a:pPr>
          </a:p>
          <a:p>
            <a:pPr algn="ctr" defTabSz="535746">
              <a:defRPr cap="all" sz="3200">
                <a:ln w="6350" cap="flat">
                  <a:solidFill>
                    <a:srgbClr val="000000"/>
                  </a:solidFill>
                  <a:prstDash val="solid"/>
                  <a:round/>
                </a:ln>
                <a:latin typeface="Arial Black"/>
                <a:ea typeface="Arial Black"/>
                <a:cs typeface="Arial Black"/>
                <a:sym typeface="Arial Black"/>
              </a:defRPr>
            </a:pPr>
            <a:r>
              <a:t> according to mark</a:t>
            </a:r>
          </a:p>
        </p:txBody>
      </p:sp>
      <p:sp>
        <p:nvSpPr>
          <p:cNvPr id="153" name="Text Placeholder 2"/>
          <p:cNvSpPr txBox="1"/>
          <p:nvPr/>
        </p:nvSpPr>
        <p:spPr>
          <a:xfrm>
            <a:off x="4914900" y="3379299"/>
            <a:ext cx="2133600" cy="584199"/>
          </a:xfrm>
          <a:prstGeom prst="rect">
            <a:avLst/>
          </a:prstGeom>
          <a:ln w="12700">
            <a:miter lim="400000"/>
          </a:ln>
          <a:extLst>
            <a:ext uri="{C572A759-6A51-4108-AA02-DFA0A04FC94B}">
              <ma14:wrappingTextBoxFlag xmlns:ma14="http://schemas.microsoft.com/office/mac/drawingml/2011/main" val="1"/>
            </a:ext>
          </a:extLst>
        </p:spPr>
        <p:txBody>
          <a:bodyPr lIns="38099" tIns="38099" rIns="38099" bIns="38099">
            <a:spAutoFit/>
          </a:bodyPr>
          <a:lstStyle>
            <a:lvl1pPr>
              <a:defRPr sz="2800">
                <a:ln w="9525" cap="flat">
                  <a:solidFill>
                    <a:srgbClr val="000000"/>
                  </a:solidFill>
                  <a:prstDash val="solid"/>
                  <a:round/>
                </a:ln>
                <a:latin typeface="Arial Black"/>
                <a:ea typeface="Arial Black"/>
                <a:cs typeface="Arial Black"/>
                <a:sym typeface="Arial Black"/>
              </a:defRPr>
            </a:lvl1pPr>
          </a:lstStyle>
          <a:p>
            <a:pPr/>
            <a:r>
              <a:t>16:15-20</a:t>
            </a:r>
          </a:p>
        </p:txBody>
      </p:sp>
    </p:spTree>
  </p:cSld>
  <p:clrMapOvr>
    <a:masterClrMapping/>
  </p:clrMapOvr>
  <p:transition xmlns:p14="http://schemas.microsoft.com/office/powerpoint/2010/main" spd="med" advClick="1"/>
</p:sld>
</file>

<file path=ppt/slides/slide1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7" name="Rectangle 1"/>
          <p:cNvSpPr txBox="1"/>
          <p:nvPr/>
        </p:nvSpPr>
        <p:spPr>
          <a:xfrm>
            <a:off x="533399" y="366624"/>
            <a:ext cx="11125201" cy="76733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defRPr sz="2800">
                <a:ln w="9525" cap="flat">
                  <a:solidFill>
                    <a:srgbClr val="000000"/>
                  </a:solidFill>
                  <a:prstDash val="solid"/>
                  <a:round/>
                </a:ln>
                <a:latin typeface="Arial Black"/>
                <a:ea typeface="Arial Black"/>
                <a:cs typeface="Arial Black"/>
                <a:sym typeface="Arial Black"/>
              </a:defRPr>
            </a:pPr>
            <a:r>
              <a:t>Jesus said to his disciples: “Go into the whole world</a:t>
            </a:r>
            <a:br/>
            <a:r>
              <a:t>and proclaim the gospel to every creature. Whoever believes and is baptized will be saved; whoever does not believe will be condemned. These signs will accompany those who believe: in my name they will drive out demons, they will speak new languages. They will pick up serpents with their hands, and if they drink any deadly thing, it will not harm them. They will lay hands on the sick, and they will recover.” So then the Lord Jesus, after he spoke to them, was taken up into heaven</a:t>
            </a:r>
            <a:br/>
            <a:r>
              <a:t>and took his seat at the right hand of God. But they went forth and preached everywhere, while the Lord worked with them and confirmed the word through accompanying signs.</a:t>
            </a:r>
          </a:p>
        </p:txBody>
      </p:sp>
    </p:spTree>
  </p:cSld>
  <p:clrMapOvr>
    <a:masterClrMapping/>
  </p:clrMapOvr>
  <p:transition xmlns:p14="http://schemas.microsoft.com/office/powerpoint/2010/main" spd="med" advClick="1"/>
</p:sld>
</file>

<file path=ppt/slides/slide1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9" name="Rectangle 2"/>
          <p:cNvSpPr txBox="1"/>
          <p:nvPr/>
        </p:nvSpPr>
        <p:spPr>
          <a:xfrm>
            <a:off x="1877020" y="1947927"/>
            <a:ext cx="8602855" cy="26822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gn="ctr">
              <a:defRPr sz="3600">
                <a:ln w="9525" cap="flat">
                  <a:solidFill>
                    <a:srgbClr val="000000"/>
                  </a:solidFill>
                  <a:prstDash val="solid"/>
                  <a:round/>
                </a:ln>
                <a:latin typeface="Arial Black"/>
                <a:ea typeface="Arial Black"/>
                <a:cs typeface="Arial Black"/>
                <a:sym typeface="Arial Black"/>
              </a:defRPr>
            </a:pPr>
            <a:r>
              <a:t>The Gospel of the Lord. </a:t>
            </a:r>
          </a:p>
          <a:p>
            <a:pPr algn="ctr">
              <a:defRPr sz="3600">
                <a:ln w="9525" cap="flat">
                  <a:solidFill>
                    <a:srgbClr val="000000"/>
                  </a:solidFill>
                  <a:prstDash val="solid"/>
                  <a:round/>
                </a:ln>
                <a:latin typeface="Arial Black"/>
                <a:ea typeface="Arial Black"/>
                <a:cs typeface="Arial Black"/>
                <a:sym typeface="Arial Black"/>
              </a:defRPr>
            </a:pPr>
          </a:p>
          <a:p>
            <a:pPr algn="ctr">
              <a:defRPr sz="3600">
                <a:ln w="9525" cap="flat">
                  <a:solidFill>
                    <a:srgbClr val="000000"/>
                  </a:solidFill>
                  <a:prstDash val="solid"/>
                  <a:round/>
                </a:ln>
                <a:latin typeface="Arial Black"/>
                <a:ea typeface="Arial Black"/>
                <a:cs typeface="Arial Black"/>
                <a:sym typeface="Arial Black"/>
              </a:defRPr>
            </a:pPr>
          </a:p>
          <a:p>
            <a:pPr algn="ctr">
              <a:defRPr sz="3600">
                <a:ln w="9525" cap="flat">
                  <a:solidFill>
                    <a:srgbClr val="000000"/>
                  </a:solidFill>
                  <a:prstDash val="solid"/>
                  <a:round/>
                </a:ln>
                <a:latin typeface="Arial Black"/>
                <a:ea typeface="Arial Black"/>
                <a:cs typeface="Arial Black"/>
                <a:sym typeface="Arial Black"/>
              </a:defRPr>
            </a:pPr>
            <a:r>
              <a:t>Praise to you Lord, Jesus Christ.</a:t>
            </a:r>
          </a:p>
        </p:txBody>
      </p:sp>
    </p:spTree>
  </p:cSld>
  <p:clrMapOvr>
    <a:masterClrMapping/>
  </p:clrMapOvr>
  <p:transition xmlns:p14="http://schemas.microsoft.com/office/powerpoint/2010/main" spd="med" advClick="1"/>
</p:sld>
</file>

<file path=ppt/slides/slide1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61" name="Picture 2" descr="Picture 2"/>
          <p:cNvPicPr>
            <a:picLocks noChangeAspect="1"/>
          </p:cNvPicPr>
          <p:nvPr/>
        </p:nvPicPr>
        <p:blipFill>
          <a:blip r:embed="rId3">
            <a:extLst/>
          </a:blip>
          <a:stretch>
            <a:fillRect/>
          </a:stretch>
        </p:blipFill>
        <p:spPr>
          <a:xfrm>
            <a:off x="-2" y="0"/>
            <a:ext cx="12192002" cy="6829612"/>
          </a:xfrm>
          <a:prstGeom prst="rect">
            <a:avLst/>
          </a:prstGeom>
          <a:ln w="12700">
            <a:miter lim="400000"/>
          </a:ln>
        </p:spPr>
      </p:pic>
    </p:spTree>
  </p:cSld>
  <p:clrMapOvr>
    <a:masterClrMapping/>
  </p:clrMapOvr>
  <p:transition xmlns:p14="http://schemas.microsoft.com/office/powerpoint/2010/main" spd="med" advClick="1"/>
</p:sld>
</file>

<file path=ppt/slides/slide2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165" name="Picture 6" descr="Picture 6"/>
          <p:cNvPicPr>
            <a:picLocks noChangeAspect="1"/>
          </p:cNvPicPr>
          <p:nvPr/>
        </p:nvPicPr>
        <p:blipFill>
          <a:blip r:embed="rId3">
            <a:extLst/>
          </a:blip>
          <a:srcRect l="0" t="0" r="1" b="15971"/>
          <a:stretch>
            <a:fillRect/>
          </a:stretch>
        </p:blipFill>
        <p:spPr>
          <a:xfrm>
            <a:off x="640079" y="641031"/>
            <a:ext cx="10911842" cy="4836797"/>
          </a:xfrm>
          <a:prstGeom prst="rect">
            <a:avLst/>
          </a:prstGeom>
          <a:ln w="19050">
            <a:solidFill>
              <a:srgbClr val="000000"/>
            </a:solidFill>
            <a:miter/>
          </a:ln>
        </p:spPr>
      </p:pic>
    </p:spTree>
  </p:cSld>
  <p:clrMapOvr>
    <a:masterClrMapping/>
  </p:clrMapOvr>
  <p:transition xmlns:p14="http://schemas.microsoft.com/office/powerpoint/2010/main" spd="med" advClick="1"/>
</p:sld>
</file>

<file path=ppt/slides/slide2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CCCCFF"/>
        </a:solidFill>
      </p:bgPr>
    </p:bg>
    <p:spTree>
      <p:nvGrpSpPr>
        <p:cNvPr id="1" name=""/>
        <p:cNvGrpSpPr/>
        <p:nvPr/>
      </p:nvGrpSpPr>
      <p:grpSpPr>
        <a:xfrm>
          <a:off x="0" y="0"/>
          <a:ext cx="0" cy="0"/>
          <a:chOff x="0" y="0"/>
          <a:chExt cx="0" cy="0"/>
        </a:xfrm>
      </p:grpSpPr>
      <p:pic>
        <p:nvPicPr>
          <p:cNvPr id="169" name="Picture 2" descr="Picture 2"/>
          <p:cNvPicPr>
            <a:picLocks noChangeAspect="1"/>
          </p:cNvPicPr>
          <p:nvPr/>
        </p:nvPicPr>
        <p:blipFill>
          <a:blip r:embed="rId2">
            <a:extLst/>
          </a:blip>
          <a:srcRect l="0" t="16147" r="1" b="0"/>
          <a:stretch>
            <a:fillRect/>
          </a:stretch>
        </p:blipFill>
        <p:spPr>
          <a:xfrm>
            <a:off x="866422" y="-1"/>
            <a:ext cx="10459157" cy="3517996"/>
          </a:xfrm>
          <a:prstGeom prst="rect">
            <a:avLst/>
          </a:prstGeom>
          <a:ln w="12700">
            <a:miter lim="400000"/>
          </a:ln>
        </p:spPr>
      </p:pic>
      <p:sp>
        <p:nvSpPr>
          <p:cNvPr id="170" name="Straight Connector 1030"/>
          <p:cNvSpPr/>
          <p:nvPr/>
        </p:nvSpPr>
        <p:spPr>
          <a:xfrm>
            <a:off x="866421" y="3517996"/>
            <a:ext cx="10459158" cy="1"/>
          </a:xfrm>
          <a:prstGeom prst="line">
            <a:avLst/>
          </a:prstGeom>
          <a:ln w="57150">
            <a:solidFill>
              <a:schemeClr val="accent4"/>
            </a:solidFill>
            <a:miter/>
          </a:ln>
        </p:spPr>
        <p:txBody>
          <a:bodyPr lIns="45719" rIns="45719"/>
          <a:lstStyle/>
          <a:p>
            <a:pPr/>
          </a:p>
        </p:txBody>
      </p:sp>
      <p:sp>
        <p:nvSpPr>
          <p:cNvPr id="171" name="TextBox 2"/>
          <p:cNvSpPr txBox="1"/>
          <p:nvPr/>
        </p:nvSpPr>
        <p:spPr>
          <a:xfrm>
            <a:off x="583941" y="3859429"/>
            <a:ext cx="10695917" cy="313944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algn="ctr">
              <a:spcBef>
                <a:spcPts val="600"/>
              </a:spcBef>
              <a:defRPr sz="2800">
                <a:ln w="9525" cap="flat">
                  <a:solidFill>
                    <a:srgbClr val="000000"/>
                  </a:solidFill>
                  <a:prstDash val="solid"/>
                  <a:round/>
                </a:ln>
                <a:latin typeface="Arial Black"/>
                <a:ea typeface="Arial Black"/>
                <a:cs typeface="Arial Black"/>
                <a:sym typeface="Arial Black"/>
              </a:defRPr>
            </a:lvl1pPr>
          </a:lstStyle>
          <a:p>
            <a:pPr/>
            <a:r>
              <a:t>It’s not too late to honor your mother with a Mother’s Day Novena which begins on Monday, May 13.  Simply complete the novena offering envelope, available at the Church entrance, and return it in the collection basket, to an usher, or to the parish office.  This is a wonderful way to show your love for our mothers. </a:t>
            </a:r>
          </a:p>
        </p:txBody>
      </p:sp>
    </p:spTree>
  </p:cSld>
  <p:clrMapOvr>
    <a:masterClrMapping/>
  </p:clrMapOvr>
  <p:transition xmlns:p14="http://schemas.microsoft.com/office/powerpoint/2010/main" spd="med" advClick="1"/>
</p:sld>
</file>

<file path=ppt/slides/slide2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FFFFF"/>
        </a:solidFill>
      </p:bgPr>
    </p:bg>
    <p:spTree>
      <p:nvGrpSpPr>
        <p:cNvPr id="1" name=""/>
        <p:cNvGrpSpPr/>
        <p:nvPr/>
      </p:nvGrpSpPr>
      <p:grpSpPr>
        <a:xfrm>
          <a:off x="0" y="0"/>
          <a:ext cx="0" cy="0"/>
          <a:chOff x="0" y="0"/>
          <a:chExt cx="0" cy="0"/>
        </a:xfrm>
      </p:grpSpPr>
      <p:sp>
        <p:nvSpPr>
          <p:cNvPr id="173" name="Rectangle 2054"/>
          <p:cNvSpPr/>
          <p:nvPr/>
        </p:nvSpPr>
        <p:spPr>
          <a:xfrm>
            <a:off x="0" y="0"/>
            <a:ext cx="12192000" cy="6858000"/>
          </a:xfrm>
          <a:prstGeom prst="rect">
            <a:avLst/>
          </a:prstGeom>
          <a:solidFill>
            <a:srgbClr val="FFFFFF"/>
          </a:solidFill>
          <a:ln w="12700">
            <a:miter lim="400000"/>
          </a:ln>
        </p:spPr>
        <p:txBody>
          <a:bodyPr lIns="45719" rIns="45719" anchor="ctr"/>
          <a:lstStyle/>
          <a:p>
            <a:pPr algn="ctr">
              <a:defRPr>
                <a:solidFill>
                  <a:srgbClr val="FFFFFF"/>
                </a:solidFill>
              </a:defRPr>
            </a:pPr>
          </a:p>
        </p:txBody>
      </p:sp>
      <p:sp>
        <p:nvSpPr>
          <p:cNvPr id="174" name="Arc 2056"/>
          <p:cNvSpPr/>
          <p:nvPr/>
        </p:nvSpPr>
        <p:spPr>
          <a:xfrm flipH="1" rot="3967198">
            <a:off x="9541492" y="586147"/>
            <a:ext cx="2225125" cy="1494218"/>
          </a:xfrm>
          <a:custGeom>
            <a:avLst/>
            <a:gdLst/>
            <a:ahLst/>
            <a:cxnLst>
              <a:cxn ang="0">
                <a:pos x="wd2" y="hd2"/>
              </a:cxn>
              <a:cxn ang="5400000">
                <a:pos x="wd2" y="hd2"/>
              </a:cxn>
              <a:cxn ang="10800000">
                <a:pos x="wd2" y="hd2"/>
              </a:cxn>
              <a:cxn ang="16200000">
                <a:pos x="wd2" y="hd2"/>
              </a:cxn>
            </a:cxnLst>
            <a:rect l="0" t="0" r="r" b="b"/>
            <a:pathLst>
              <a:path w="21600" h="18912" fill="norm" stroke="1" extrusionOk="0">
                <a:moveTo>
                  <a:pt x="0" y="2423"/>
                </a:moveTo>
                <a:lnTo>
                  <a:pt x="0" y="2423"/>
                </a:lnTo>
                <a:cubicBezTo>
                  <a:pt x="6985" y="-2688"/>
                  <a:pt x="15824" y="551"/>
                  <a:pt x="19744" y="9658"/>
                </a:cubicBezTo>
                <a:cubicBezTo>
                  <a:pt x="20961" y="12484"/>
                  <a:pt x="21600" y="15671"/>
                  <a:pt x="21600" y="18912"/>
                </a:cubicBezTo>
              </a:path>
            </a:pathLst>
          </a:custGeom>
          <a:ln w="127000" cap="rnd">
            <a:solidFill>
              <a:schemeClr val="accent4"/>
            </a:solidFill>
            <a:prstDash val="dash"/>
            <a:miter/>
          </a:ln>
        </p:spPr>
        <p:txBody>
          <a:bodyPr lIns="45719" rIns="45719" anchor="ctr"/>
          <a:lstStyle/>
          <a:p>
            <a:pPr algn="ctr"/>
          </a:p>
        </p:txBody>
      </p:sp>
      <p:sp>
        <p:nvSpPr>
          <p:cNvPr id="175" name="Freeform: Shape 2058"/>
          <p:cNvSpPr/>
          <p:nvPr/>
        </p:nvSpPr>
        <p:spPr>
          <a:xfrm flipH="1">
            <a:off x="0" y="5486400"/>
            <a:ext cx="2672864" cy="1371600"/>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13914" y="0"/>
                </a:moveTo>
                <a:cubicBezTo>
                  <a:pt x="16380" y="0"/>
                  <a:pt x="18699" y="1217"/>
                  <a:pt x="20724" y="3360"/>
                </a:cubicBezTo>
                <a:lnTo>
                  <a:pt x="21600" y="4398"/>
                </a:lnTo>
                <a:lnTo>
                  <a:pt x="21600" y="21600"/>
                </a:lnTo>
                <a:lnTo>
                  <a:pt x="0" y="21600"/>
                </a:lnTo>
                <a:lnTo>
                  <a:pt x="269" y="19562"/>
                </a:lnTo>
                <a:cubicBezTo>
                  <a:pt x="2078" y="8229"/>
                  <a:pt x="7503" y="0"/>
                  <a:pt x="13914" y="0"/>
                </a:cubicBezTo>
                <a:close/>
              </a:path>
            </a:pathLst>
          </a:custGeom>
          <a:solidFill>
            <a:schemeClr val="accent4"/>
          </a:solidFill>
          <a:ln w="12700">
            <a:miter lim="400000"/>
          </a:ln>
        </p:spPr>
        <p:txBody>
          <a:bodyPr lIns="45719" rIns="45719" anchor="ctr"/>
          <a:lstStyle/>
          <a:p>
            <a:pPr algn="ctr">
              <a:defRPr>
                <a:solidFill>
                  <a:srgbClr val="FFFFFF"/>
                </a:solidFill>
              </a:defRPr>
            </a:pPr>
          </a:p>
        </p:txBody>
      </p:sp>
      <p:pic>
        <p:nvPicPr>
          <p:cNvPr id="176" name="Picture 2" descr="Picture 2"/>
          <p:cNvPicPr>
            <a:picLocks noChangeAspect="1"/>
          </p:cNvPicPr>
          <p:nvPr/>
        </p:nvPicPr>
        <p:blipFill>
          <a:blip r:embed="rId2">
            <a:extLst/>
          </a:blip>
          <a:srcRect l="0" t="0" r="4" b="3"/>
          <a:stretch>
            <a:fillRect/>
          </a:stretch>
        </p:blipFill>
        <p:spPr>
          <a:xfrm>
            <a:off x="703181" y="1719466"/>
            <a:ext cx="4777186" cy="3249217"/>
          </a:xfrm>
          <a:custGeom>
            <a:avLst/>
            <a:gdLst/>
            <a:ahLst/>
            <a:cxnLst>
              <a:cxn ang="0">
                <a:pos x="wd2" y="hd2"/>
              </a:cxn>
              <a:cxn ang="5400000">
                <a:pos x="wd2" y="hd2"/>
              </a:cxn>
              <a:cxn ang="10800000">
                <a:pos x="wd2" y="hd2"/>
              </a:cxn>
              <a:cxn ang="16200000">
                <a:pos x="wd2" y="hd2"/>
              </a:cxn>
            </a:cxnLst>
            <a:rect l="0" t="0" r="r" b="b"/>
            <a:pathLst>
              <a:path w="21600" h="21600" fill="norm" stroke="1" extrusionOk="0">
                <a:moveTo>
                  <a:pt x="650" y="0"/>
                </a:moveTo>
                <a:cubicBezTo>
                  <a:pt x="291" y="0"/>
                  <a:pt x="0" y="245"/>
                  <a:pt x="0" y="549"/>
                </a:cubicBezTo>
                <a:lnTo>
                  <a:pt x="0" y="21051"/>
                </a:lnTo>
                <a:cubicBezTo>
                  <a:pt x="0" y="21355"/>
                  <a:pt x="291" y="21600"/>
                  <a:pt x="650" y="21600"/>
                </a:cubicBezTo>
                <a:lnTo>
                  <a:pt x="20950" y="21600"/>
                </a:lnTo>
                <a:cubicBezTo>
                  <a:pt x="21309" y="21600"/>
                  <a:pt x="21600" y="21355"/>
                  <a:pt x="21600" y="21051"/>
                </a:cubicBezTo>
                <a:lnTo>
                  <a:pt x="21600" y="549"/>
                </a:lnTo>
                <a:cubicBezTo>
                  <a:pt x="21600" y="245"/>
                  <a:pt x="21309" y="0"/>
                  <a:pt x="20950" y="0"/>
                </a:cubicBezTo>
                <a:lnTo>
                  <a:pt x="650" y="0"/>
                </a:lnTo>
                <a:close/>
              </a:path>
            </a:pathLst>
          </a:custGeom>
          <a:ln w="12700">
            <a:miter lim="400000"/>
          </a:ln>
        </p:spPr>
      </p:pic>
      <p:sp>
        <p:nvSpPr>
          <p:cNvPr id="177" name="TextBox 2"/>
          <p:cNvSpPr txBox="1"/>
          <p:nvPr/>
        </p:nvSpPr>
        <p:spPr>
          <a:xfrm>
            <a:off x="5940681" y="1984443"/>
            <a:ext cx="5367399" cy="4192521"/>
          </a:xfrm>
          <a:prstGeom prst="rect">
            <a:avLst/>
          </a:prstGeom>
          <a:ln w="12700">
            <a:miter lim="400000"/>
          </a:ln>
          <a:extLst>
            <a:ext uri="{C572A759-6A51-4108-AA02-DFA0A04FC94B}">
              <ma14:wrappingTextBoxFlag xmlns:ma14="http://schemas.microsoft.com/office/mac/drawingml/2011/main" val="1"/>
            </a:ext>
          </a:extLst>
        </p:spPr>
        <p:txBody>
          <a:bodyPr lIns="45719" rIns="45719">
            <a:normAutofit fontScale="100000" lnSpcReduction="0"/>
          </a:bodyPr>
          <a:lstStyle>
            <a:lvl1pPr indent="114300">
              <a:lnSpc>
                <a:spcPct val="90000"/>
              </a:lnSpc>
              <a:spcBef>
                <a:spcPts val="600"/>
              </a:spcBef>
              <a:defRPr sz="2800">
                <a:latin typeface="Arial Black"/>
                <a:ea typeface="Arial Black"/>
                <a:cs typeface="Arial Black"/>
                <a:sym typeface="Arial Black"/>
              </a:defRPr>
            </a:lvl1pPr>
          </a:lstStyle>
          <a:p>
            <a:pPr/>
            <a:r>
              <a:t>You are invited to attend a town hall meeting, to discuss the proposed cell tower for our parish. Wednesday, May 15th at 5:30 pm to 7:00 pm., in the church.</a:t>
            </a:r>
          </a:p>
        </p:txBody>
      </p:sp>
    </p:spTree>
  </p:cSld>
  <p:clrMapOvr>
    <a:masterClrMapping/>
  </p:clrMapOvr>
  <p:transition xmlns:p14="http://schemas.microsoft.com/office/powerpoint/2010/main" spd="med" advClick="1"/>
</p:sld>
</file>

<file path=ppt/slides/slide2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FFFFF"/>
        </a:solidFill>
      </p:bgPr>
    </p:bg>
    <p:spTree>
      <p:nvGrpSpPr>
        <p:cNvPr id="1" name=""/>
        <p:cNvGrpSpPr/>
        <p:nvPr/>
      </p:nvGrpSpPr>
      <p:grpSpPr>
        <a:xfrm>
          <a:off x="0" y="0"/>
          <a:ext cx="0" cy="0"/>
          <a:chOff x="0" y="0"/>
          <a:chExt cx="0" cy="0"/>
        </a:xfrm>
      </p:grpSpPr>
      <p:pic>
        <p:nvPicPr>
          <p:cNvPr id="179" name="Picture 2" descr="Picture 2"/>
          <p:cNvPicPr>
            <a:picLocks noChangeAspect="1"/>
          </p:cNvPicPr>
          <p:nvPr/>
        </p:nvPicPr>
        <p:blipFill>
          <a:blip r:embed="rId2">
            <a:extLst/>
          </a:blip>
          <a:srcRect l="0" t="0" r="0" b="5874"/>
          <a:stretch>
            <a:fillRect/>
          </a:stretch>
        </p:blipFill>
        <p:spPr>
          <a:xfrm>
            <a:off x="19" y="82202"/>
            <a:ext cx="12191981" cy="6856719"/>
          </a:xfrm>
          <a:prstGeom prst="rect">
            <a:avLst/>
          </a:prstGeom>
          <a:ln w="12700">
            <a:miter lim="400000"/>
          </a:ln>
        </p:spPr>
      </p:pic>
    </p:spTree>
  </p:cSld>
  <p:clrMapOvr>
    <a:masterClrMapping/>
  </p:clrMapOvr>
  <p:transition xmlns:p14="http://schemas.microsoft.com/office/powerpoint/2010/main" spd="med" advClick="1"/>
</p:sld>
</file>

<file path=ppt/slides/slide2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FFFFF"/>
        </a:solidFill>
      </p:bgPr>
    </p:bg>
    <p:spTree>
      <p:nvGrpSpPr>
        <p:cNvPr id="1" name=""/>
        <p:cNvGrpSpPr/>
        <p:nvPr/>
      </p:nvGrpSpPr>
      <p:grpSpPr>
        <a:xfrm>
          <a:off x="0" y="0"/>
          <a:ext cx="0" cy="0"/>
          <a:chOff x="0" y="0"/>
          <a:chExt cx="0" cy="0"/>
        </a:xfrm>
      </p:grpSpPr>
      <p:pic>
        <p:nvPicPr>
          <p:cNvPr id="181" name="Picture 6" descr="Picture 6"/>
          <p:cNvPicPr>
            <a:picLocks noChangeAspect="1"/>
          </p:cNvPicPr>
          <p:nvPr/>
        </p:nvPicPr>
        <p:blipFill>
          <a:blip r:embed="rId2">
            <a:extLst/>
          </a:blip>
          <a:srcRect l="15293" t="0" r="13564" b="0"/>
          <a:stretch>
            <a:fillRect/>
          </a:stretch>
        </p:blipFill>
        <p:spPr>
          <a:xfrm>
            <a:off x="876300" y="879253"/>
            <a:ext cx="3083745" cy="2435498"/>
          </a:xfrm>
          <a:prstGeom prst="rect">
            <a:avLst/>
          </a:prstGeom>
          <a:ln w="12700">
            <a:miter lim="400000"/>
          </a:ln>
        </p:spPr>
      </p:pic>
      <p:pic>
        <p:nvPicPr>
          <p:cNvPr id="182" name="Picture 8" descr="Picture 8"/>
          <p:cNvPicPr>
            <a:picLocks noChangeAspect="1"/>
          </p:cNvPicPr>
          <p:nvPr/>
        </p:nvPicPr>
        <p:blipFill>
          <a:blip r:embed="rId3">
            <a:extLst/>
          </a:blip>
          <a:srcRect l="0" t="0" r="50897" b="0"/>
          <a:stretch>
            <a:fillRect/>
          </a:stretch>
        </p:blipFill>
        <p:spPr>
          <a:xfrm>
            <a:off x="4035867" y="879259"/>
            <a:ext cx="3083745" cy="2435571"/>
          </a:xfrm>
          <a:prstGeom prst="rect">
            <a:avLst/>
          </a:prstGeom>
          <a:ln w="12700">
            <a:miter lim="400000"/>
          </a:ln>
        </p:spPr>
      </p:pic>
      <p:pic>
        <p:nvPicPr>
          <p:cNvPr id="183" name="Picture 2" descr="Picture 2"/>
          <p:cNvPicPr>
            <a:picLocks noChangeAspect="1"/>
          </p:cNvPicPr>
          <p:nvPr/>
        </p:nvPicPr>
        <p:blipFill>
          <a:blip r:embed="rId4">
            <a:extLst/>
          </a:blip>
          <a:srcRect l="0" t="8484" r="0" b="12486"/>
          <a:stretch>
            <a:fillRect/>
          </a:stretch>
        </p:blipFill>
        <p:spPr>
          <a:xfrm>
            <a:off x="876300" y="3393485"/>
            <a:ext cx="3081840" cy="2435572"/>
          </a:xfrm>
          <a:prstGeom prst="rect">
            <a:avLst/>
          </a:prstGeom>
          <a:ln w="12700">
            <a:miter lim="400000"/>
          </a:ln>
        </p:spPr>
      </p:pic>
      <p:pic>
        <p:nvPicPr>
          <p:cNvPr id="184" name="Picture 4" descr="Picture 4"/>
          <p:cNvPicPr>
            <a:picLocks noChangeAspect="1"/>
          </p:cNvPicPr>
          <p:nvPr/>
        </p:nvPicPr>
        <p:blipFill>
          <a:blip r:embed="rId5">
            <a:extLst/>
          </a:blip>
          <a:srcRect l="0" t="0" r="39861" b="2"/>
          <a:stretch>
            <a:fillRect/>
          </a:stretch>
        </p:blipFill>
        <p:spPr>
          <a:xfrm>
            <a:off x="4035867" y="3393483"/>
            <a:ext cx="3083745" cy="2437935"/>
          </a:xfrm>
          <a:prstGeom prst="rect">
            <a:avLst/>
          </a:prstGeom>
          <a:ln w="12700">
            <a:miter lim="400000"/>
          </a:ln>
        </p:spPr>
      </p:pic>
      <p:sp>
        <p:nvSpPr>
          <p:cNvPr id="185" name="TextBox 2"/>
          <p:cNvSpPr txBox="1"/>
          <p:nvPr/>
        </p:nvSpPr>
        <p:spPr>
          <a:xfrm>
            <a:off x="8044981" y="510467"/>
            <a:ext cx="3691301" cy="6527801"/>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p>
            <a:pPr>
              <a:lnSpc>
                <a:spcPct val="90000"/>
              </a:lnSpc>
              <a:spcBef>
                <a:spcPts val="600"/>
              </a:spcBef>
              <a:tabLst>
                <a:tab pos="508000" algn="l"/>
              </a:tabLst>
              <a:defRPr sz="2000">
                <a:latin typeface="Arial Black"/>
                <a:ea typeface="Arial Black"/>
                <a:cs typeface="Arial Black"/>
                <a:sym typeface="Arial Black"/>
              </a:defRPr>
            </a:pPr>
            <a:r>
              <a:t>The Spring Combined Collection will take place on May 25</a:t>
            </a:r>
            <a:r>
              <a:rPr baseline="30000"/>
              <a:t>th</a:t>
            </a:r>
            <a:r>
              <a:t> &amp; 26</a:t>
            </a:r>
            <a:r>
              <a:rPr baseline="30000"/>
              <a:t>th</a:t>
            </a:r>
            <a:r>
              <a:t>  to support four worthy ministries – Catholic Relief Services, Catholic Communication Campaign, Peter’s Pence, and Catholic Campaign for Human Development.  Information about the appeal will be mailed directly to those Catholic households who donated last year and are available in the pews.  Thank you in advance for your support of the Spring Combined Collection.  </a:t>
            </a:r>
          </a:p>
        </p:txBody>
      </p:sp>
      <p:grpSp>
        <p:nvGrpSpPr>
          <p:cNvPr id="188" name="Group 3084"/>
          <p:cNvGrpSpPr/>
          <p:nvPr/>
        </p:nvGrpSpPr>
        <p:grpSpPr>
          <a:xfrm>
            <a:off x="-5025" y="6737718"/>
            <a:ext cx="12207201" cy="123363"/>
            <a:chOff x="0" y="0"/>
            <a:chExt cx="12207199" cy="123362"/>
          </a:xfrm>
        </p:grpSpPr>
        <p:sp>
          <p:nvSpPr>
            <p:cNvPr id="186" name="Rectangle 3085"/>
            <p:cNvSpPr/>
            <p:nvPr/>
          </p:nvSpPr>
          <p:spPr>
            <a:xfrm flipH="1" rot="5400000">
              <a:off x="6041918" y="-6041919"/>
              <a:ext cx="123363" cy="12207201"/>
            </a:xfrm>
            <a:prstGeom prst="rect">
              <a:avLst/>
            </a:prstGeom>
            <a:gradFill flip="none" rotWithShape="1">
              <a:gsLst>
                <a:gs pos="0">
                  <a:schemeClr val="accent5"/>
                </a:gs>
                <a:gs pos="100000">
                  <a:schemeClr val="accent2"/>
                </a:gs>
              </a:gsLst>
              <a:lin ang="1800000" scaled="0"/>
            </a:gradFill>
            <a:ln w="12700" cap="flat">
              <a:noFill/>
              <a:miter lim="400000"/>
            </a:ln>
            <a:effectLst/>
          </p:spPr>
          <p:txBody>
            <a:bodyPr wrap="square" lIns="45719" tIns="45719" rIns="45719" bIns="45719" numCol="1" anchor="ctr">
              <a:noAutofit/>
            </a:bodyPr>
            <a:lstStyle/>
            <a:p>
              <a:pPr algn="ctr">
                <a:defRPr>
                  <a:solidFill>
                    <a:srgbClr val="FFFFFF"/>
                  </a:solidFill>
                </a:defRPr>
              </a:pPr>
            </a:p>
          </p:txBody>
        </p:sp>
        <p:sp>
          <p:nvSpPr>
            <p:cNvPr id="187" name="Rectangle 3086"/>
            <p:cNvSpPr/>
            <p:nvPr/>
          </p:nvSpPr>
          <p:spPr>
            <a:xfrm rot="16200000">
              <a:off x="9181431" y="-2902408"/>
              <a:ext cx="123363" cy="5928177"/>
            </a:xfrm>
            <a:prstGeom prst="rect">
              <a:avLst/>
            </a:prstGeom>
            <a:gradFill flip="none" rotWithShape="1">
              <a:gsLst>
                <a:gs pos="60000">
                  <a:schemeClr val="accent5">
                    <a:alpha val="0"/>
                  </a:schemeClr>
                </a:gs>
                <a:gs pos="100000">
                  <a:srgbClr val="9DC3E6"/>
                </a:gs>
              </a:gsLst>
              <a:lin ang="599999" scaled="0"/>
            </a:gradFill>
            <a:ln w="12700" cap="flat">
              <a:noFill/>
              <a:miter lim="400000"/>
            </a:ln>
            <a:effectLst/>
          </p:spPr>
          <p:txBody>
            <a:bodyPr wrap="square" lIns="45719" tIns="45719" rIns="45719" bIns="45719" numCol="1" anchor="ctr">
              <a:noAutofit/>
            </a:bodyPr>
            <a:lstStyle/>
            <a:p>
              <a:pPr algn="ctr">
                <a:defRPr>
                  <a:solidFill>
                    <a:srgbClr val="FFFFFF"/>
                  </a:solidFill>
                </a:defRPr>
              </a:pPr>
            </a:p>
          </p:txBody>
        </p:sp>
      </p:grpSp>
    </p:spTree>
  </p:cSld>
  <p:clrMapOvr>
    <a:masterClrMapping/>
  </p:clrMapOvr>
  <p:transition xmlns:p14="http://schemas.microsoft.com/office/powerpoint/2010/main" spd="med" advClick="1"/>
</p:sld>
</file>

<file path=ppt/slides/slide2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FFFFF"/>
        </a:solidFill>
      </p:bgPr>
    </p:bg>
    <p:spTree>
      <p:nvGrpSpPr>
        <p:cNvPr id="1" name=""/>
        <p:cNvGrpSpPr/>
        <p:nvPr/>
      </p:nvGrpSpPr>
      <p:grpSpPr>
        <a:xfrm>
          <a:off x="0" y="0"/>
          <a:ext cx="0" cy="0"/>
          <a:chOff x="0" y="0"/>
          <a:chExt cx="0" cy="0"/>
        </a:xfrm>
      </p:grpSpPr>
      <p:sp>
        <p:nvSpPr>
          <p:cNvPr id="190" name="Rectangle 7"/>
          <p:cNvSpPr/>
          <p:nvPr/>
        </p:nvSpPr>
        <p:spPr>
          <a:xfrm>
            <a:off x="0" y="0"/>
            <a:ext cx="12192000" cy="6858000"/>
          </a:xfrm>
          <a:prstGeom prst="rect">
            <a:avLst/>
          </a:prstGeom>
          <a:solidFill>
            <a:srgbClr val="FFFFFF"/>
          </a:solidFill>
          <a:ln w="12700">
            <a:miter lim="400000"/>
          </a:ln>
        </p:spPr>
        <p:txBody>
          <a:bodyPr lIns="45719" rIns="45719" anchor="ctr"/>
          <a:lstStyle/>
          <a:p>
            <a:pPr algn="ctr">
              <a:defRPr>
                <a:solidFill>
                  <a:srgbClr val="FFFFFF"/>
                </a:solidFill>
              </a:defRPr>
            </a:pPr>
          </a:p>
        </p:txBody>
      </p:sp>
      <p:sp>
        <p:nvSpPr>
          <p:cNvPr id="191" name="Rectangle 9"/>
          <p:cNvSpPr/>
          <p:nvPr/>
        </p:nvSpPr>
        <p:spPr>
          <a:xfrm flipH="1" rot="16200000">
            <a:off x="2666616" y="-2666189"/>
            <a:ext cx="6858001" cy="12191235"/>
          </a:xfrm>
          <a:prstGeom prst="rect">
            <a:avLst/>
          </a:prstGeom>
          <a:gradFill>
            <a:gsLst>
              <a:gs pos="8000">
                <a:schemeClr val="accent1"/>
              </a:gs>
              <a:gs pos="100000">
                <a:srgbClr val="203864"/>
              </a:gs>
            </a:gsLst>
            <a:lin ang="12000000"/>
          </a:gradFill>
          <a:ln w="12700">
            <a:miter lim="400000"/>
          </a:ln>
        </p:spPr>
        <p:txBody>
          <a:bodyPr lIns="45719" rIns="45719" anchor="ctr"/>
          <a:lstStyle/>
          <a:p>
            <a:pPr algn="ctr">
              <a:defRPr>
                <a:solidFill>
                  <a:srgbClr val="FFFFFF"/>
                </a:solidFill>
              </a:defRPr>
            </a:pPr>
          </a:p>
        </p:txBody>
      </p:sp>
      <p:sp>
        <p:nvSpPr>
          <p:cNvPr id="192" name="Rectangle 11"/>
          <p:cNvSpPr/>
          <p:nvPr/>
        </p:nvSpPr>
        <p:spPr>
          <a:xfrm flipH="1" rot="10800000">
            <a:off x="-2312" y="0"/>
            <a:ext cx="9070848" cy="6857573"/>
          </a:xfrm>
          <a:prstGeom prst="rect">
            <a:avLst/>
          </a:prstGeom>
          <a:gradFill>
            <a:gsLst>
              <a:gs pos="8000">
                <a:srgbClr val="000000">
                  <a:alpha val="52000"/>
                </a:srgbClr>
              </a:gs>
              <a:gs pos="100000">
                <a:schemeClr val="accent1"/>
              </a:gs>
            </a:gsLst>
            <a:lin ang="4800000"/>
          </a:gradFill>
          <a:ln w="12700">
            <a:miter lim="400000"/>
          </a:ln>
        </p:spPr>
        <p:txBody>
          <a:bodyPr lIns="45719" rIns="45719" anchor="ctr"/>
          <a:lstStyle/>
          <a:p>
            <a:pPr algn="ctr">
              <a:defRPr>
                <a:solidFill>
                  <a:srgbClr val="FFFFFF"/>
                </a:solidFill>
              </a:defRPr>
            </a:pPr>
          </a:p>
        </p:txBody>
      </p:sp>
      <p:sp>
        <p:nvSpPr>
          <p:cNvPr id="193" name="Rectangle 13"/>
          <p:cNvSpPr/>
          <p:nvPr/>
        </p:nvSpPr>
        <p:spPr>
          <a:xfrm flipH="1" rot="16200000">
            <a:off x="3649491" y="-1685841"/>
            <a:ext cx="4894565" cy="12193548"/>
          </a:xfrm>
          <a:prstGeom prst="rect">
            <a:avLst/>
          </a:prstGeom>
          <a:gradFill>
            <a:gsLst>
              <a:gs pos="0">
                <a:srgbClr val="9DC3E6">
                  <a:alpha val="0"/>
                </a:srgbClr>
              </a:gs>
              <a:gs pos="100000">
                <a:srgbClr val="000000">
                  <a:alpha val="46000"/>
                </a:srgbClr>
              </a:gs>
            </a:gsLst>
            <a:lin ang="1200000"/>
          </a:gradFill>
          <a:ln w="12700">
            <a:miter lim="400000"/>
          </a:ln>
        </p:spPr>
        <p:txBody>
          <a:bodyPr lIns="45719" rIns="45719" anchor="ctr"/>
          <a:lstStyle/>
          <a:p>
            <a:pPr algn="ctr">
              <a:defRPr>
                <a:solidFill>
                  <a:srgbClr val="FFFFFF"/>
                </a:solidFill>
              </a:defRPr>
            </a:pPr>
          </a:p>
        </p:txBody>
      </p:sp>
      <p:pic>
        <p:nvPicPr>
          <p:cNvPr id="194" name="Picture 2" descr="Picture 2"/>
          <p:cNvPicPr>
            <a:picLocks noChangeAspect="1"/>
          </p:cNvPicPr>
          <p:nvPr/>
        </p:nvPicPr>
        <p:blipFill>
          <a:blip r:embed="rId2">
            <a:extLst/>
          </a:blip>
          <a:srcRect l="1333" t="0" r="0" b="0"/>
          <a:stretch>
            <a:fillRect/>
          </a:stretch>
        </p:blipFill>
        <p:spPr>
          <a:xfrm>
            <a:off x="457200" y="457200"/>
            <a:ext cx="11277600" cy="5943600"/>
          </a:xfrm>
          <a:prstGeom prst="rect">
            <a:avLst/>
          </a:prstGeom>
          <a:ln w="12700">
            <a:miter lim="400000"/>
          </a:ln>
        </p:spPr>
      </p:pic>
    </p:spTree>
  </p:cSld>
  <p:clrMapOvr>
    <a:masterClrMapping/>
  </p:clrMapOvr>
  <p:transition xmlns:p14="http://schemas.microsoft.com/office/powerpoint/2010/main" spd="med" advClick="1"/>
</p:sld>
</file>

<file path=ppt/slides/slide2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FFFFF"/>
        </a:solidFill>
      </p:bgPr>
    </p:bg>
    <p:spTree>
      <p:nvGrpSpPr>
        <p:cNvPr id="1" name=""/>
        <p:cNvGrpSpPr/>
        <p:nvPr/>
      </p:nvGrpSpPr>
      <p:grpSpPr>
        <a:xfrm>
          <a:off x="0" y="0"/>
          <a:ext cx="0" cy="0"/>
          <a:chOff x="0" y="0"/>
          <a:chExt cx="0" cy="0"/>
        </a:xfrm>
      </p:grpSpPr>
      <p:sp>
        <p:nvSpPr>
          <p:cNvPr id="196" name="Rectangle 4102"/>
          <p:cNvSpPr/>
          <p:nvPr/>
        </p:nvSpPr>
        <p:spPr>
          <a:xfrm>
            <a:off x="0" y="0"/>
            <a:ext cx="12192000" cy="6858000"/>
          </a:xfrm>
          <a:prstGeom prst="rect">
            <a:avLst/>
          </a:prstGeom>
          <a:solidFill>
            <a:srgbClr val="FFFFFF"/>
          </a:solidFill>
          <a:ln w="12700">
            <a:miter lim="400000"/>
          </a:ln>
        </p:spPr>
        <p:txBody>
          <a:bodyPr lIns="45719" rIns="45719" anchor="ctr"/>
          <a:lstStyle/>
          <a:p>
            <a:pPr algn="ctr">
              <a:defRPr>
                <a:solidFill>
                  <a:srgbClr val="FFFFFF"/>
                </a:solidFill>
              </a:defRPr>
            </a:pPr>
          </a:p>
        </p:txBody>
      </p:sp>
      <p:sp>
        <p:nvSpPr>
          <p:cNvPr id="197" name="TextBox 2"/>
          <p:cNvSpPr txBox="1"/>
          <p:nvPr/>
        </p:nvSpPr>
        <p:spPr>
          <a:xfrm>
            <a:off x="737488" y="707072"/>
            <a:ext cx="5463843" cy="6085840"/>
          </a:xfrm>
          <a:prstGeom prst="rect">
            <a:avLst/>
          </a:prstGeom>
          <a:ln w="12700">
            <a:miter lim="400000"/>
          </a:ln>
          <a:extLst>
            <a:ext uri="{C572A759-6A51-4108-AA02-DFA0A04FC94B}">
              <ma14:wrappingTextBoxFlag xmlns:ma14="http://schemas.microsoft.com/office/mac/drawingml/2011/main" val="1"/>
            </a:ext>
          </a:extLst>
        </p:spPr>
        <p:txBody>
          <a:bodyPr lIns="45719" rIns="45719">
            <a:spAutoFit/>
          </a:bodyPr>
          <a:lstStyle>
            <a:lvl1pPr indent="114300">
              <a:lnSpc>
                <a:spcPct val="90000"/>
              </a:lnSpc>
              <a:spcBef>
                <a:spcPts val="600"/>
              </a:spcBef>
              <a:defRPr sz="2800">
                <a:latin typeface="Arial Black"/>
                <a:ea typeface="Arial Black"/>
                <a:cs typeface="Arial Black"/>
                <a:sym typeface="Arial Black"/>
              </a:defRPr>
            </a:lvl1pPr>
          </a:lstStyle>
          <a:p>
            <a:pPr/>
            <a:r>
              <a:t>Celebrate Mother’s Day with a gift of roses for your mom, grandma, godmother, or wife!  The Right to Life Ministry will be selling single roses for $5.00 after this Mass.  Proceeds, which will benefit local pro-life pregnancy resource centers and in supporting the cause for Life! Thank you for your support!</a:t>
            </a:r>
          </a:p>
        </p:txBody>
      </p:sp>
      <p:sp>
        <p:nvSpPr>
          <p:cNvPr id="198" name="Rectangle 4104"/>
          <p:cNvSpPr/>
          <p:nvPr/>
        </p:nvSpPr>
        <p:spPr>
          <a:xfrm flipH="1" rot="10800000">
            <a:off x="8123332" y="-5"/>
            <a:ext cx="4092522" cy="6858001"/>
          </a:xfrm>
          <a:prstGeom prst="rect">
            <a:avLst/>
          </a:prstGeom>
          <a:gradFill>
            <a:gsLst>
              <a:gs pos="8000">
                <a:srgbClr val="000000">
                  <a:alpha val="94000"/>
                </a:srgbClr>
              </a:gs>
              <a:gs pos="100000">
                <a:schemeClr val="accent1"/>
              </a:gs>
            </a:gsLst>
            <a:lin ang="2400000"/>
          </a:gradFill>
          <a:ln w="12700">
            <a:miter lim="400000"/>
          </a:ln>
        </p:spPr>
        <p:txBody>
          <a:bodyPr lIns="45719" rIns="45719" anchor="ctr"/>
          <a:lstStyle/>
          <a:p>
            <a:pPr algn="ctr">
              <a:defRPr>
                <a:solidFill>
                  <a:srgbClr val="FFFFFF"/>
                </a:solidFill>
              </a:defRPr>
            </a:pPr>
          </a:p>
        </p:txBody>
      </p:sp>
      <p:sp>
        <p:nvSpPr>
          <p:cNvPr id="199" name="Rectangle 4106"/>
          <p:cNvSpPr/>
          <p:nvPr/>
        </p:nvSpPr>
        <p:spPr>
          <a:xfrm flipH="1" rot="10800000">
            <a:off x="8123332" y="-2"/>
            <a:ext cx="4092522" cy="6400370"/>
          </a:xfrm>
          <a:prstGeom prst="rect">
            <a:avLst/>
          </a:prstGeom>
          <a:gradFill>
            <a:gsLst>
              <a:gs pos="31000">
                <a:srgbClr val="203864">
                  <a:alpha val="0"/>
                </a:srgbClr>
              </a:gs>
              <a:gs pos="100000">
                <a:srgbClr val="203864">
                  <a:alpha val="26000"/>
                </a:srgbClr>
              </a:gs>
            </a:gsLst>
            <a:lin ang="18000000"/>
          </a:gradFill>
          <a:ln w="12700">
            <a:miter lim="400000"/>
          </a:ln>
        </p:spPr>
        <p:txBody>
          <a:bodyPr lIns="45719" rIns="45719" anchor="ctr"/>
          <a:lstStyle/>
          <a:p>
            <a:pPr algn="ctr">
              <a:defRPr>
                <a:solidFill>
                  <a:srgbClr val="FFFFFF"/>
                </a:solidFill>
              </a:defRPr>
            </a:pPr>
          </a:p>
        </p:txBody>
      </p:sp>
      <p:sp>
        <p:nvSpPr>
          <p:cNvPr id="200" name="Rectangle 4108"/>
          <p:cNvSpPr/>
          <p:nvPr/>
        </p:nvSpPr>
        <p:spPr>
          <a:xfrm flipH="1" rot="10800000">
            <a:off x="8123332" y="-22"/>
            <a:ext cx="4068668" cy="6400390"/>
          </a:xfrm>
          <a:prstGeom prst="rect">
            <a:avLst/>
          </a:prstGeom>
          <a:gradFill>
            <a:gsLst>
              <a:gs pos="0">
                <a:schemeClr val="accent1">
                  <a:alpha val="0"/>
                </a:schemeClr>
              </a:gs>
              <a:gs pos="72000">
                <a:srgbClr val="000000">
                  <a:alpha val="21000"/>
                </a:srgbClr>
              </a:gs>
            </a:gsLst>
            <a:lin ang="3000000"/>
          </a:gradFill>
          <a:ln w="12700">
            <a:miter lim="400000"/>
          </a:ln>
        </p:spPr>
        <p:txBody>
          <a:bodyPr lIns="45719" rIns="45719" anchor="ctr"/>
          <a:lstStyle/>
          <a:p>
            <a:pPr algn="ctr">
              <a:defRPr>
                <a:solidFill>
                  <a:srgbClr val="FFFFFF"/>
                </a:solidFill>
              </a:defRPr>
            </a:pPr>
          </a:p>
        </p:txBody>
      </p:sp>
      <p:sp>
        <p:nvSpPr>
          <p:cNvPr id="201" name="Rectangle 4110"/>
          <p:cNvSpPr/>
          <p:nvPr/>
        </p:nvSpPr>
        <p:spPr>
          <a:xfrm flipH="1" rot="10800000">
            <a:off x="8123332" y="-11"/>
            <a:ext cx="3611468" cy="6857998"/>
          </a:xfrm>
          <a:prstGeom prst="rect">
            <a:avLst/>
          </a:prstGeom>
          <a:gradFill>
            <a:gsLst>
              <a:gs pos="0">
                <a:schemeClr val="accent1">
                  <a:alpha val="0"/>
                </a:schemeClr>
              </a:gs>
              <a:gs pos="93000">
                <a:srgbClr val="000000">
                  <a:alpha val="29000"/>
                </a:srgbClr>
              </a:gs>
            </a:gsLst>
            <a:lin ang="5400000"/>
          </a:gradFill>
          <a:ln w="12700">
            <a:miter lim="400000"/>
          </a:ln>
        </p:spPr>
        <p:txBody>
          <a:bodyPr lIns="45719" rIns="45719" anchor="ctr"/>
          <a:lstStyle/>
          <a:p>
            <a:pPr algn="ctr">
              <a:defRPr>
                <a:solidFill>
                  <a:srgbClr val="FFFFFF"/>
                </a:solidFill>
              </a:defRPr>
            </a:pPr>
          </a:p>
        </p:txBody>
      </p:sp>
      <p:pic>
        <p:nvPicPr>
          <p:cNvPr id="202" name="Picture 2" descr="Picture 2"/>
          <p:cNvPicPr>
            <a:picLocks noChangeAspect="1"/>
          </p:cNvPicPr>
          <p:nvPr/>
        </p:nvPicPr>
        <p:blipFill>
          <a:blip r:embed="rId2">
            <a:extLst/>
          </a:blip>
          <a:stretch>
            <a:fillRect/>
          </a:stretch>
        </p:blipFill>
        <p:spPr>
          <a:xfrm>
            <a:off x="7075967" y="1889018"/>
            <a:ext cx="4170531" cy="3111857"/>
          </a:xfrm>
          <a:prstGeom prst="rect">
            <a:avLst/>
          </a:prstGeom>
          <a:ln w="12700">
            <a:miter lim="400000"/>
          </a:ln>
        </p:spPr>
      </p:pic>
    </p:spTree>
  </p:cSld>
  <p:clrMapOvr>
    <a:masterClrMapping/>
  </p:clrMapOvr>
  <p:transition xmlns:p14="http://schemas.microsoft.com/office/powerpoint/2010/main" spd="med" advClick="1"/>
</p:sld>
</file>

<file path=ppt/slides/slide2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pic>
        <p:nvPicPr>
          <p:cNvPr id="204" name="Picture 2" descr="Picture 2"/>
          <p:cNvPicPr>
            <a:picLocks noChangeAspect="1"/>
          </p:cNvPicPr>
          <p:nvPr/>
        </p:nvPicPr>
        <p:blipFill>
          <a:blip r:embed="rId3">
            <a:extLst/>
          </a:blip>
          <a:stretch>
            <a:fillRect/>
          </a:stretch>
        </p:blipFill>
        <p:spPr>
          <a:xfrm>
            <a:off x="0" y="0"/>
            <a:ext cx="12192000" cy="6847175"/>
          </a:xfrm>
          <a:prstGeom prst="rect">
            <a:avLst/>
          </a:prstGeom>
          <a:ln w="12700">
            <a:miter lim="400000"/>
          </a:ln>
        </p:spPr>
      </p:pic>
    </p:spTree>
  </p:cSld>
  <p:clrMapOvr>
    <a:masterClrMapping/>
  </p:clrMapOvr>
  <p:transition xmlns:p14="http://schemas.microsoft.com/office/powerpoint/2010/main" spd="med" advClick="1"/>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Calibri"/>
        <a:ea typeface="Calibri"/>
        <a:cs typeface="Calibri"/>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n-lt"/>
            <a:ea typeface="+mn-ea"/>
            <a:cs typeface="+mn-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