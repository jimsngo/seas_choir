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33"/>
  </p:notesMasterIdLst>
  <p:sldIdLst>
    <p:sldId id="730" r:id="rId3"/>
    <p:sldId id="336" r:id="rId4"/>
    <p:sldId id="337" r:id="rId5"/>
    <p:sldId id="780" r:id="rId6"/>
    <p:sldId id="339" r:id="rId7"/>
    <p:sldId id="716" r:id="rId8"/>
    <p:sldId id="709" r:id="rId9"/>
    <p:sldId id="714" r:id="rId10"/>
    <p:sldId id="781" r:id="rId11"/>
    <p:sldId id="782" r:id="rId12"/>
    <p:sldId id="783" r:id="rId13"/>
    <p:sldId id="717" r:id="rId14"/>
    <p:sldId id="710" r:id="rId15"/>
    <p:sldId id="711" r:id="rId16"/>
    <p:sldId id="784" r:id="rId17"/>
    <p:sldId id="713" r:id="rId18"/>
    <p:sldId id="718" r:id="rId19"/>
    <p:sldId id="362" r:id="rId20"/>
    <p:sldId id="719" r:id="rId21"/>
    <p:sldId id="708" r:id="rId22"/>
    <p:sldId id="712" r:id="rId23"/>
    <p:sldId id="785" r:id="rId24"/>
    <p:sldId id="786" r:id="rId25"/>
    <p:sldId id="720" r:id="rId26"/>
    <p:sldId id="776" r:id="rId27"/>
    <p:sldId id="951" r:id="rId28"/>
    <p:sldId id="952" r:id="rId29"/>
    <p:sldId id="953" r:id="rId30"/>
    <p:sldId id="954" r:id="rId31"/>
    <p:sldId id="95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2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325" autoAdjust="0"/>
    <p:restoredTop sz="94660"/>
  </p:normalViewPr>
  <p:slideViewPr>
    <p:cSldViewPr snapToGrid="0">
      <p:cViewPr varScale="1">
        <p:scale>
          <a:sx n="76" d="100"/>
          <a:sy n="76" d="100"/>
        </p:scale>
        <p:origin x="88" y="6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51A717-8733-425C-BA35-3A2CCB6225E3}" type="datetimeFigureOut">
              <a:rPr lang="en-US" smtClean="0"/>
              <a:t>6/8/2024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0EFF03-BF04-48C0-8E07-2C57B7EEE6F8}" type="slidenum">
              <a:rPr lang="en-US" smtClean="0"/>
              <a:t>‹#›</a:t>
            </a:fld>
            <a:endParaRPr lang="en-US"/>
          </a:p>
        </p:txBody>
      </p:sp>
    </p:spTree>
    <p:extLst>
      <p:ext uri="{BB962C8B-B14F-4D97-AF65-F5344CB8AC3E}">
        <p14:creationId xmlns:p14="http://schemas.microsoft.com/office/powerpoint/2010/main" val="2487121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Put this up before Mass until the Lector starts talking, then go to next slide.</a:t>
            </a:r>
          </a:p>
          <a:p>
            <a:endParaRPr lang="en-US" dirty="0"/>
          </a:p>
        </p:txBody>
      </p:sp>
      <p:sp>
        <p:nvSpPr>
          <p:cNvPr id="4" name="Slide Number Placeholder 3"/>
          <p:cNvSpPr>
            <a:spLocks noGrp="1"/>
          </p:cNvSpPr>
          <p:nvPr>
            <p:ph type="sldNum" sz="quarter" idx="5"/>
          </p:nvPr>
        </p:nvSpPr>
        <p:spPr/>
        <p:txBody>
          <a:bodyPr/>
          <a:lstStyle/>
          <a:p>
            <a:fld id="{740EFF03-BF04-48C0-8E07-2C57B7EEE6F8}" type="slidenum">
              <a:rPr lang="en-US" smtClean="0"/>
              <a:t>1</a:t>
            </a:fld>
            <a:endParaRPr lang="en-US"/>
          </a:p>
        </p:txBody>
      </p:sp>
    </p:spTree>
    <p:extLst>
      <p:ext uri="{BB962C8B-B14F-4D97-AF65-F5344CB8AC3E}">
        <p14:creationId xmlns:p14="http://schemas.microsoft.com/office/powerpoint/2010/main" val="8992759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and following for the first reading</a:t>
            </a:r>
          </a:p>
        </p:txBody>
      </p:sp>
      <p:sp>
        <p:nvSpPr>
          <p:cNvPr id="4" name="Slide Number Placeholder 3"/>
          <p:cNvSpPr>
            <a:spLocks noGrp="1"/>
          </p:cNvSpPr>
          <p:nvPr>
            <p:ph type="sldNum" sz="quarter" idx="5"/>
          </p:nvPr>
        </p:nvSpPr>
        <p:spPr/>
        <p:txBody>
          <a:bodyPr/>
          <a:lstStyle/>
          <a:p>
            <a:fld id="{476CFB66-CA98-4253-AFD6-340BF832CB44}" type="slidenum">
              <a:rPr lang="en-US" smtClean="0"/>
              <a:t>2</a:t>
            </a:fld>
            <a:endParaRPr lang="en-US"/>
          </a:p>
        </p:txBody>
      </p:sp>
    </p:spTree>
    <p:extLst>
      <p:ext uri="{BB962C8B-B14F-4D97-AF65-F5344CB8AC3E}">
        <p14:creationId xmlns:p14="http://schemas.microsoft.com/office/powerpoint/2010/main" val="2303705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Filler between 1</a:t>
            </a:r>
            <a:r>
              <a:rPr lang="en-US" baseline="30000" dirty="0"/>
              <a:t>st</a:t>
            </a:r>
            <a:r>
              <a:rPr lang="en-US" dirty="0"/>
              <a:t> Reading and Responsorial Psalm.</a:t>
            </a:r>
          </a:p>
        </p:txBody>
      </p:sp>
      <p:sp>
        <p:nvSpPr>
          <p:cNvPr id="4" name="Slide Number Placeholder 3"/>
          <p:cNvSpPr>
            <a:spLocks noGrp="1"/>
          </p:cNvSpPr>
          <p:nvPr>
            <p:ph type="sldNum" sz="quarter" idx="5"/>
          </p:nvPr>
        </p:nvSpPr>
        <p:spPr/>
        <p:txBody>
          <a:bodyPr/>
          <a:lstStyle/>
          <a:p>
            <a:fld id="{740EFF03-BF04-48C0-8E07-2C57B7EEE6F8}" type="slidenum">
              <a:rPr lang="en-US" smtClean="0"/>
              <a:t>6</a:t>
            </a:fld>
            <a:endParaRPr lang="en-US"/>
          </a:p>
        </p:txBody>
      </p:sp>
    </p:spTree>
    <p:extLst>
      <p:ext uri="{BB962C8B-B14F-4D97-AF65-F5344CB8AC3E}">
        <p14:creationId xmlns:p14="http://schemas.microsoft.com/office/powerpoint/2010/main" val="26083960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and following for  Responsorial Psalm.</a:t>
            </a:r>
          </a:p>
        </p:txBody>
      </p:sp>
      <p:sp>
        <p:nvSpPr>
          <p:cNvPr id="4" name="Slide Number Placeholder 3"/>
          <p:cNvSpPr>
            <a:spLocks noGrp="1"/>
          </p:cNvSpPr>
          <p:nvPr>
            <p:ph type="sldNum" sz="quarter" idx="5"/>
          </p:nvPr>
        </p:nvSpPr>
        <p:spPr/>
        <p:txBody>
          <a:bodyPr/>
          <a:lstStyle/>
          <a:p>
            <a:fld id="{740EFF03-BF04-48C0-8E07-2C57B7EEE6F8}" type="slidenum">
              <a:rPr lang="en-US" smtClean="0"/>
              <a:t>7</a:t>
            </a:fld>
            <a:endParaRPr lang="en-US"/>
          </a:p>
        </p:txBody>
      </p:sp>
    </p:spTree>
    <p:extLst>
      <p:ext uri="{BB962C8B-B14F-4D97-AF65-F5344CB8AC3E}">
        <p14:creationId xmlns:p14="http://schemas.microsoft.com/office/powerpoint/2010/main" val="8819472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0EFF03-BF04-48C0-8E07-2C57B7EEE6F8}" type="slidenum">
              <a:rPr lang="en-US" smtClean="0"/>
              <a:t>8</a:t>
            </a:fld>
            <a:endParaRPr lang="en-US"/>
          </a:p>
        </p:txBody>
      </p:sp>
    </p:spTree>
    <p:extLst>
      <p:ext uri="{BB962C8B-B14F-4D97-AF65-F5344CB8AC3E}">
        <p14:creationId xmlns:p14="http://schemas.microsoft.com/office/powerpoint/2010/main" val="30746888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0EFF03-BF04-48C0-8E07-2C57B7EEE6F8}" type="slidenum">
              <a:rPr lang="en-US" smtClean="0"/>
              <a:t>9</a:t>
            </a:fld>
            <a:endParaRPr lang="en-US"/>
          </a:p>
        </p:txBody>
      </p:sp>
    </p:spTree>
    <p:extLst>
      <p:ext uri="{BB962C8B-B14F-4D97-AF65-F5344CB8AC3E}">
        <p14:creationId xmlns:p14="http://schemas.microsoft.com/office/powerpoint/2010/main" val="24611643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0EFF03-BF04-48C0-8E07-2C57B7EEE6F8}" type="slidenum">
              <a:rPr lang="en-US" smtClean="0"/>
              <a:t>10</a:t>
            </a:fld>
            <a:endParaRPr lang="en-US"/>
          </a:p>
        </p:txBody>
      </p:sp>
    </p:spTree>
    <p:extLst>
      <p:ext uri="{BB962C8B-B14F-4D97-AF65-F5344CB8AC3E}">
        <p14:creationId xmlns:p14="http://schemas.microsoft.com/office/powerpoint/2010/main" val="28844354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0EFF03-BF04-48C0-8E07-2C57B7EEE6F8}" type="slidenum">
              <a:rPr lang="en-US" smtClean="0"/>
              <a:t>11</a:t>
            </a:fld>
            <a:endParaRPr lang="en-US"/>
          </a:p>
        </p:txBody>
      </p:sp>
    </p:spTree>
    <p:extLst>
      <p:ext uri="{BB962C8B-B14F-4D97-AF65-F5344CB8AC3E}">
        <p14:creationId xmlns:p14="http://schemas.microsoft.com/office/powerpoint/2010/main" val="332348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Filler between Responsorial Psalm and 2</a:t>
            </a:r>
            <a:r>
              <a:rPr lang="en-US" baseline="30000" dirty="0"/>
              <a:t>nd</a:t>
            </a:r>
            <a:r>
              <a:rPr lang="en-US" dirty="0"/>
              <a:t> Reading.</a:t>
            </a:r>
          </a:p>
        </p:txBody>
      </p:sp>
      <p:sp>
        <p:nvSpPr>
          <p:cNvPr id="4" name="Slide Number Placeholder 3"/>
          <p:cNvSpPr>
            <a:spLocks noGrp="1"/>
          </p:cNvSpPr>
          <p:nvPr>
            <p:ph type="sldNum" sz="quarter" idx="5"/>
          </p:nvPr>
        </p:nvSpPr>
        <p:spPr/>
        <p:txBody>
          <a:bodyPr/>
          <a:lstStyle/>
          <a:p>
            <a:fld id="{740EFF03-BF04-48C0-8E07-2C57B7EEE6F8}" type="slidenum">
              <a:rPr lang="en-US" smtClean="0"/>
              <a:t>12</a:t>
            </a:fld>
            <a:endParaRPr lang="en-US"/>
          </a:p>
        </p:txBody>
      </p:sp>
    </p:spTree>
    <p:extLst>
      <p:ext uri="{BB962C8B-B14F-4D97-AF65-F5344CB8AC3E}">
        <p14:creationId xmlns:p14="http://schemas.microsoft.com/office/powerpoint/2010/main" val="1787055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and following for 2</a:t>
            </a:r>
            <a:r>
              <a:rPr lang="en-US" baseline="30000" dirty="0"/>
              <a:t>nd</a:t>
            </a:r>
            <a:r>
              <a:rPr lang="en-US" dirty="0"/>
              <a:t> reading.</a:t>
            </a:r>
          </a:p>
        </p:txBody>
      </p:sp>
      <p:sp>
        <p:nvSpPr>
          <p:cNvPr id="4" name="Slide Number Placeholder 3"/>
          <p:cNvSpPr>
            <a:spLocks noGrp="1"/>
          </p:cNvSpPr>
          <p:nvPr>
            <p:ph type="sldNum" sz="quarter" idx="5"/>
          </p:nvPr>
        </p:nvSpPr>
        <p:spPr/>
        <p:txBody>
          <a:bodyPr/>
          <a:lstStyle/>
          <a:p>
            <a:fld id="{476CFB66-CA98-4253-AFD6-340BF832CB44}" type="slidenum">
              <a:rPr lang="en-US" smtClean="0"/>
              <a:t>13</a:t>
            </a:fld>
            <a:endParaRPr lang="en-US"/>
          </a:p>
        </p:txBody>
      </p:sp>
    </p:spTree>
    <p:extLst>
      <p:ext uri="{BB962C8B-B14F-4D97-AF65-F5344CB8AC3E}">
        <p14:creationId xmlns:p14="http://schemas.microsoft.com/office/powerpoint/2010/main" val="37530669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Filler between 2</a:t>
            </a:r>
            <a:r>
              <a:rPr lang="en-US" baseline="30000" dirty="0"/>
              <a:t>nd</a:t>
            </a:r>
            <a:r>
              <a:rPr lang="en-US" dirty="0"/>
              <a:t> Reading and Gospel Acclamation</a:t>
            </a:r>
          </a:p>
        </p:txBody>
      </p:sp>
      <p:sp>
        <p:nvSpPr>
          <p:cNvPr id="4" name="Slide Number Placeholder 3"/>
          <p:cNvSpPr>
            <a:spLocks noGrp="1"/>
          </p:cNvSpPr>
          <p:nvPr>
            <p:ph type="sldNum" sz="quarter" idx="5"/>
          </p:nvPr>
        </p:nvSpPr>
        <p:spPr/>
        <p:txBody>
          <a:bodyPr/>
          <a:lstStyle/>
          <a:p>
            <a:fld id="{740EFF03-BF04-48C0-8E07-2C57B7EEE6F8}" type="slidenum">
              <a:rPr lang="en-US" smtClean="0"/>
              <a:t>17</a:t>
            </a:fld>
            <a:endParaRPr lang="en-US"/>
          </a:p>
        </p:txBody>
      </p:sp>
    </p:spTree>
    <p:extLst>
      <p:ext uri="{BB962C8B-B14F-4D97-AF65-F5344CB8AC3E}">
        <p14:creationId xmlns:p14="http://schemas.microsoft.com/office/powerpoint/2010/main" val="15207119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Gospel Acclamation (alleluia)</a:t>
            </a:r>
          </a:p>
          <a:p>
            <a:endParaRPr lang="en-US" dirty="0"/>
          </a:p>
        </p:txBody>
      </p:sp>
      <p:sp>
        <p:nvSpPr>
          <p:cNvPr id="4" name="Slide Number Placeholder 3"/>
          <p:cNvSpPr>
            <a:spLocks noGrp="1"/>
          </p:cNvSpPr>
          <p:nvPr>
            <p:ph type="sldNum" sz="quarter" idx="5"/>
          </p:nvPr>
        </p:nvSpPr>
        <p:spPr/>
        <p:txBody>
          <a:bodyPr/>
          <a:lstStyle/>
          <a:p>
            <a:fld id="{740EFF03-BF04-48C0-8E07-2C57B7EEE6F8}" type="slidenum">
              <a:rPr lang="en-US" smtClean="0"/>
              <a:t>18</a:t>
            </a:fld>
            <a:endParaRPr lang="en-US"/>
          </a:p>
        </p:txBody>
      </p:sp>
    </p:spTree>
    <p:extLst>
      <p:ext uri="{BB962C8B-B14F-4D97-AF65-F5344CB8AC3E}">
        <p14:creationId xmlns:p14="http://schemas.microsoft.com/office/powerpoint/2010/main" val="5835243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Filler between Gospel Acclamation (alleluia) and Gospel.</a:t>
            </a:r>
          </a:p>
        </p:txBody>
      </p:sp>
      <p:sp>
        <p:nvSpPr>
          <p:cNvPr id="4" name="Slide Number Placeholder 3"/>
          <p:cNvSpPr>
            <a:spLocks noGrp="1"/>
          </p:cNvSpPr>
          <p:nvPr>
            <p:ph type="sldNum" sz="quarter" idx="5"/>
          </p:nvPr>
        </p:nvSpPr>
        <p:spPr/>
        <p:txBody>
          <a:bodyPr/>
          <a:lstStyle/>
          <a:p>
            <a:fld id="{740EFF03-BF04-48C0-8E07-2C57B7EEE6F8}" type="slidenum">
              <a:rPr lang="en-US" smtClean="0"/>
              <a:t>19</a:t>
            </a:fld>
            <a:endParaRPr lang="en-US"/>
          </a:p>
        </p:txBody>
      </p:sp>
    </p:spTree>
    <p:extLst>
      <p:ext uri="{BB962C8B-B14F-4D97-AF65-F5344CB8AC3E}">
        <p14:creationId xmlns:p14="http://schemas.microsoft.com/office/powerpoint/2010/main" val="3906251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and following for Gospel.</a:t>
            </a:r>
          </a:p>
        </p:txBody>
      </p:sp>
      <p:sp>
        <p:nvSpPr>
          <p:cNvPr id="4" name="Slide Number Placeholder 3"/>
          <p:cNvSpPr>
            <a:spLocks noGrp="1"/>
          </p:cNvSpPr>
          <p:nvPr>
            <p:ph type="sldNum" sz="quarter" idx="5"/>
          </p:nvPr>
        </p:nvSpPr>
        <p:spPr/>
        <p:txBody>
          <a:bodyPr/>
          <a:lstStyle/>
          <a:p>
            <a:fld id="{740EFF03-BF04-48C0-8E07-2C57B7EEE6F8}" type="slidenum">
              <a:rPr lang="en-US" smtClean="0"/>
              <a:t>20</a:t>
            </a:fld>
            <a:endParaRPr lang="en-US"/>
          </a:p>
        </p:txBody>
      </p:sp>
    </p:spTree>
    <p:extLst>
      <p:ext uri="{BB962C8B-B14F-4D97-AF65-F5344CB8AC3E}">
        <p14:creationId xmlns:p14="http://schemas.microsoft.com/office/powerpoint/2010/main" val="20412223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homily.</a:t>
            </a:r>
          </a:p>
          <a:p>
            <a:endParaRPr lang="en-US" dirty="0"/>
          </a:p>
        </p:txBody>
      </p:sp>
      <p:sp>
        <p:nvSpPr>
          <p:cNvPr id="4" name="Slide Number Placeholder 3"/>
          <p:cNvSpPr>
            <a:spLocks noGrp="1"/>
          </p:cNvSpPr>
          <p:nvPr>
            <p:ph type="sldNum" sz="quarter" idx="5"/>
          </p:nvPr>
        </p:nvSpPr>
        <p:spPr/>
        <p:txBody>
          <a:bodyPr/>
          <a:lstStyle/>
          <a:p>
            <a:fld id="{740EFF03-BF04-48C0-8E07-2C57B7EEE6F8}" type="slidenum">
              <a:rPr lang="en-US" smtClean="0"/>
              <a:t>25</a:t>
            </a:fld>
            <a:endParaRPr lang="en-US"/>
          </a:p>
        </p:txBody>
      </p:sp>
    </p:spTree>
    <p:extLst>
      <p:ext uri="{BB962C8B-B14F-4D97-AF65-F5344CB8AC3E}">
        <p14:creationId xmlns:p14="http://schemas.microsoft.com/office/powerpoint/2010/main" val="4125355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AD3F6-297C-47F4-A74B-1915E5579C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9F2F3D-F6AD-418E-9313-A387D44C93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B0A85F-6E4C-40B5-A195-CEBA8AB064C5}"/>
              </a:ext>
            </a:extLst>
          </p:cNvPr>
          <p:cNvSpPr>
            <a:spLocks noGrp="1"/>
          </p:cNvSpPr>
          <p:nvPr>
            <p:ph type="dt" sz="half" idx="10"/>
          </p:nvPr>
        </p:nvSpPr>
        <p:spPr/>
        <p:txBody>
          <a:bodyPr/>
          <a:lstStyle/>
          <a:p>
            <a:fld id="{CF28D52E-5E76-4F17-B8E5-8FB7CFEB1C6C}" type="datetimeFigureOut">
              <a:rPr lang="en-US" smtClean="0"/>
              <a:t>6/8/2024</a:t>
            </a:fld>
            <a:endParaRPr lang="en-US"/>
          </a:p>
        </p:txBody>
      </p:sp>
      <p:sp>
        <p:nvSpPr>
          <p:cNvPr id="5" name="Footer Placeholder 4">
            <a:extLst>
              <a:ext uri="{FF2B5EF4-FFF2-40B4-BE49-F238E27FC236}">
                <a16:creationId xmlns:a16="http://schemas.microsoft.com/office/drawing/2014/main" id="{E5B1E4D5-E843-47A1-957D-5BA26434A1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D6C69C-2E0C-4B5E-AE6D-0E6B82E1044D}"/>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701074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4BF49-EFBA-4002-AED7-D88B669BDD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28ACDA-97DE-46B5-A45C-C54F63CC21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C59BE5-BBBF-40B7-8413-7F0770F1C71C}"/>
              </a:ext>
            </a:extLst>
          </p:cNvPr>
          <p:cNvSpPr>
            <a:spLocks noGrp="1"/>
          </p:cNvSpPr>
          <p:nvPr>
            <p:ph type="dt" sz="half" idx="10"/>
          </p:nvPr>
        </p:nvSpPr>
        <p:spPr/>
        <p:txBody>
          <a:bodyPr/>
          <a:lstStyle/>
          <a:p>
            <a:fld id="{CF28D52E-5E76-4F17-B8E5-8FB7CFEB1C6C}" type="datetimeFigureOut">
              <a:rPr lang="en-US" smtClean="0"/>
              <a:t>6/8/2024</a:t>
            </a:fld>
            <a:endParaRPr lang="en-US"/>
          </a:p>
        </p:txBody>
      </p:sp>
      <p:sp>
        <p:nvSpPr>
          <p:cNvPr id="5" name="Footer Placeholder 4">
            <a:extLst>
              <a:ext uri="{FF2B5EF4-FFF2-40B4-BE49-F238E27FC236}">
                <a16:creationId xmlns:a16="http://schemas.microsoft.com/office/drawing/2014/main" id="{CD4E44A8-9CD4-47B4-831C-824373648D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879E14-C2A4-49DA-86BB-16A2FBB84684}"/>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1937753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03067-5040-4CC9-8AA2-32F0A7968F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15F49E6-C752-4353-A5B5-1B9C1B417A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D72A15-1FEB-41E5-B895-440C797F097E}"/>
              </a:ext>
            </a:extLst>
          </p:cNvPr>
          <p:cNvSpPr>
            <a:spLocks noGrp="1"/>
          </p:cNvSpPr>
          <p:nvPr>
            <p:ph type="dt" sz="half" idx="10"/>
          </p:nvPr>
        </p:nvSpPr>
        <p:spPr/>
        <p:txBody>
          <a:bodyPr/>
          <a:lstStyle/>
          <a:p>
            <a:fld id="{CF28D52E-5E76-4F17-B8E5-8FB7CFEB1C6C}" type="datetimeFigureOut">
              <a:rPr lang="en-US" smtClean="0"/>
              <a:t>6/8/2024</a:t>
            </a:fld>
            <a:endParaRPr lang="en-US"/>
          </a:p>
        </p:txBody>
      </p:sp>
      <p:sp>
        <p:nvSpPr>
          <p:cNvPr id="5" name="Footer Placeholder 4">
            <a:extLst>
              <a:ext uri="{FF2B5EF4-FFF2-40B4-BE49-F238E27FC236}">
                <a16:creationId xmlns:a16="http://schemas.microsoft.com/office/drawing/2014/main" id="{0932CFF4-78DF-4849-B157-7A57C06891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8072C3-059C-4D4C-AD2B-07C5A2C2B585}"/>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4189969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6E570-9E8D-4B6D-BADB-2027A89241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C94E68-7858-4AAD-AF18-AD74775310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A9B6D3-E6D7-4F62-AC30-F5EA1D4C67D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10A990-8A12-489B-8589-8AD21D33F3DE}"/>
              </a:ext>
            </a:extLst>
          </p:cNvPr>
          <p:cNvSpPr>
            <a:spLocks noGrp="1"/>
          </p:cNvSpPr>
          <p:nvPr>
            <p:ph type="dt" sz="half" idx="10"/>
          </p:nvPr>
        </p:nvSpPr>
        <p:spPr/>
        <p:txBody>
          <a:bodyPr/>
          <a:lstStyle/>
          <a:p>
            <a:fld id="{CF28D52E-5E76-4F17-B8E5-8FB7CFEB1C6C}" type="datetimeFigureOut">
              <a:rPr lang="en-US" smtClean="0"/>
              <a:t>6/8/2024</a:t>
            </a:fld>
            <a:endParaRPr lang="en-US"/>
          </a:p>
        </p:txBody>
      </p:sp>
      <p:sp>
        <p:nvSpPr>
          <p:cNvPr id="6" name="Footer Placeholder 5">
            <a:extLst>
              <a:ext uri="{FF2B5EF4-FFF2-40B4-BE49-F238E27FC236}">
                <a16:creationId xmlns:a16="http://schemas.microsoft.com/office/drawing/2014/main" id="{495091C9-1678-4BF6-9B59-E685761CCC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B393BC-AA60-40D8-950C-9E68A708CB9C}"/>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807783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BEC8F-B7F8-45A1-A653-B4D9FDAE2EC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1EB2AB-FF42-4EB1-804F-B8B984FFA2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82D7A6-CED0-4E35-AC03-31F320503F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7EBC953-951E-4C9F-A1C2-35CB6AEDCD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F9CECB-E440-4069-926E-34C61A61F7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0596EB-5CAF-4725-BF43-8B0B7E437AF4}"/>
              </a:ext>
            </a:extLst>
          </p:cNvPr>
          <p:cNvSpPr>
            <a:spLocks noGrp="1"/>
          </p:cNvSpPr>
          <p:nvPr>
            <p:ph type="dt" sz="half" idx="10"/>
          </p:nvPr>
        </p:nvSpPr>
        <p:spPr/>
        <p:txBody>
          <a:bodyPr/>
          <a:lstStyle/>
          <a:p>
            <a:fld id="{CF28D52E-5E76-4F17-B8E5-8FB7CFEB1C6C}" type="datetimeFigureOut">
              <a:rPr lang="en-US" smtClean="0"/>
              <a:t>6/8/2024</a:t>
            </a:fld>
            <a:endParaRPr lang="en-US"/>
          </a:p>
        </p:txBody>
      </p:sp>
      <p:sp>
        <p:nvSpPr>
          <p:cNvPr id="8" name="Footer Placeholder 7">
            <a:extLst>
              <a:ext uri="{FF2B5EF4-FFF2-40B4-BE49-F238E27FC236}">
                <a16:creationId xmlns:a16="http://schemas.microsoft.com/office/drawing/2014/main" id="{77C4A0C3-1234-421E-A551-0CCE47F50B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F7A6A9-05F6-462F-BCDE-7610242D9891}"/>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3536497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00659-18B6-472B-906F-F65BB52FEF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BED0457-E559-4714-B2C0-C0C552E54A6F}"/>
              </a:ext>
            </a:extLst>
          </p:cNvPr>
          <p:cNvSpPr>
            <a:spLocks noGrp="1"/>
          </p:cNvSpPr>
          <p:nvPr>
            <p:ph type="dt" sz="half" idx="10"/>
          </p:nvPr>
        </p:nvSpPr>
        <p:spPr/>
        <p:txBody>
          <a:bodyPr/>
          <a:lstStyle/>
          <a:p>
            <a:fld id="{CF28D52E-5E76-4F17-B8E5-8FB7CFEB1C6C}" type="datetimeFigureOut">
              <a:rPr lang="en-US" smtClean="0"/>
              <a:t>6/8/2024</a:t>
            </a:fld>
            <a:endParaRPr lang="en-US"/>
          </a:p>
        </p:txBody>
      </p:sp>
      <p:sp>
        <p:nvSpPr>
          <p:cNvPr id="4" name="Footer Placeholder 3">
            <a:extLst>
              <a:ext uri="{FF2B5EF4-FFF2-40B4-BE49-F238E27FC236}">
                <a16:creationId xmlns:a16="http://schemas.microsoft.com/office/drawing/2014/main" id="{92E098A8-0A0B-4A4E-9E37-8371347AB9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3E07D6-330E-46CA-9677-1567CE6F6C72}"/>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3238605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161CB2-CB82-4E90-987D-81CF646B38EC}"/>
              </a:ext>
            </a:extLst>
          </p:cNvPr>
          <p:cNvSpPr>
            <a:spLocks noGrp="1"/>
          </p:cNvSpPr>
          <p:nvPr>
            <p:ph type="dt" sz="half" idx="10"/>
          </p:nvPr>
        </p:nvSpPr>
        <p:spPr/>
        <p:txBody>
          <a:bodyPr/>
          <a:lstStyle/>
          <a:p>
            <a:fld id="{CF28D52E-5E76-4F17-B8E5-8FB7CFEB1C6C}" type="datetimeFigureOut">
              <a:rPr lang="en-US" smtClean="0"/>
              <a:t>6/8/2024</a:t>
            </a:fld>
            <a:endParaRPr lang="en-US"/>
          </a:p>
        </p:txBody>
      </p:sp>
      <p:sp>
        <p:nvSpPr>
          <p:cNvPr id="3" name="Footer Placeholder 2">
            <a:extLst>
              <a:ext uri="{FF2B5EF4-FFF2-40B4-BE49-F238E27FC236}">
                <a16:creationId xmlns:a16="http://schemas.microsoft.com/office/drawing/2014/main" id="{0FA371FA-B3F2-4C79-8DFF-9AA16A4B3FE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06CB9A1-1149-4081-9F25-A0791B791CCD}"/>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2783073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204B6-C36F-4CA8-AE3E-811EB44230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A6E593-223D-41EF-9471-2382AC1175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FE0D843-C97F-4761-AE52-54B3C7CDB1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17A074-567E-442D-A245-D85DB1149134}"/>
              </a:ext>
            </a:extLst>
          </p:cNvPr>
          <p:cNvSpPr>
            <a:spLocks noGrp="1"/>
          </p:cNvSpPr>
          <p:nvPr>
            <p:ph type="dt" sz="half" idx="10"/>
          </p:nvPr>
        </p:nvSpPr>
        <p:spPr/>
        <p:txBody>
          <a:bodyPr/>
          <a:lstStyle/>
          <a:p>
            <a:fld id="{CF28D52E-5E76-4F17-B8E5-8FB7CFEB1C6C}" type="datetimeFigureOut">
              <a:rPr lang="en-US" smtClean="0"/>
              <a:t>6/8/2024</a:t>
            </a:fld>
            <a:endParaRPr lang="en-US"/>
          </a:p>
        </p:txBody>
      </p:sp>
      <p:sp>
        <p:nvSpPr>
          <p:cNvPr id="6" name="Footer Placeholder 5">
            <a:extLst>
              <a:ext uri="{FF2B5EF4-FFF2-40B4-BE49-F238E27FC236}">
                <a16:creationId xmlns:a16="http://schemas.microsoft.com/office/drawing/2014/main" id="{77542C5B-577E-48FF-B69E-4DF97A94D8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44E8B4-0613-458C-8042-DBAEB545A6C7}"/>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2471046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BDE23-E15A-4800-9D9F-8B371E632B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B2F229F-199B-4BCD-A7F3-772815CB54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DF0F9F6-64EC-4F57-842D-E8B2210904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8D116F-0531-4732-8C58-338DC7CE7D0E}"/>
              </a:ext>
            </a:extLst>
          </p:cNvPr>
          <p:cNvSpPr>
            <a:spLocks noGrp="1"/>
          </p:cNvSpPr>
          <p:nvPr>
            <p:ph type="dt" sz="half" idx="10"/>
          </p:nvPr>
        </p:nvSpPr>
        <p:spPr/>
        <p:txBody>
          <a:bodyPr/>
          <a:lstStyle/>
          <a:p>
            <a:fld id="{CF28D52E-5E76-4F17-B8E5-8FB7CFEB1C6C}" type="datetimeFigureOut">
              <a:rPr lang="en-US" smtClean="0"/>
              <a:t>6/8/2024</a:t>
            </a:fld>
            <a:endParaRPr lang="en-US"/>
          </a:p>
        </p:txBody>
      </p:sp>
      <p:sp>
        <p:nvSpPr>
          <p:cNvPr id="6" name="Footer Placeholder 5">
            <a:extLst>
              <a:ext uri="{FF2B5EF4-FFF2-40B4-BE49-F238E27FC236}">
                <a16:creationId xmlns:a16="http://schemas.microsoft.com/office/drawing/2014/main" id="{44A8D836-3B75-4D16-B2F3-4D15CEBEED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6F1CF5-292C-4722-A4BE-688F7734B6A9}"/>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665115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B1D7A-D0F8-43D7-AE40-407BF3DD58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A74FB90-C5ED-459F-9EFC-5DA2B5F87D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10B249-DE84-45C5-BD57-24107D046B33}"/>
              </a:ext>
            </a:extLst>
          </p:cNvPr>
          <p:cNvSpPr>
            <a:spLocks noGrp="1"/>
          </p:cNvSpPr>
          <p:nvPr>
            <p:ph type="dt" sz="half" idx="10"/>
          </p:nvPr>
        </p:nvSpPr>
        <p:spPr/>
        <p:txBody>
          <a:bodyPr/>
          <a:lstStyle/>
          <a:p>
            <a:fld id="{CF28D52E-5E76-4F17-B8E5-8FB7CFEB1C6C}" type="datetimeFigureOut">
              <a:rPr lang="en-US" smtClean="0"/>
              <a:t>6/8/2024</a:t>
            </a:fld>
            <a:endParaRPr lang="en-US"/>
          </a:p>
        </p:txBody>
      </p:sp>
      <p:sp>
        <p:nvSpPr>
          <p:cNvPr id="5" name="Footer Placeholder 4">
            <a:extLst>
              <a:ext uri="{FF2B5EF4-FFF2-40B4-BE49-F238E27FC236}">
                <a16:creationId xmlns:a16="http://schemas.microsoft.com/office/drawing/2014/main" id="{B2828F06-F633-45FD-8818-944F11ACCA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825231-D37F-431E-BC12-D6B3EEF45C54}"/>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2403269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EA93B0-F16E-470C-A90B-E4900D414CB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89A1796-45DC-4CF4-AF08-2954EB71A0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783EE0-DC8B-4537-9164-18DDA38BBC01}"/>
              </a:ext>
            </a:extLst>
          </p:cNvPr>
          <p:cNvSpPr>
            <a:spLocks noGrp="1"/>
          </p:cNvSpPr>
          <p:nvPr>
            <p:ph type="dt" sz="half" idx="10"/>
          </p:nvPr>
        </p:nvSpPr>
        <p:spPr/>
        <p:txBody>
          <a:bodyPr/>
          <a:lstStyle/>
          <a:p>
            <a:fld id="{CF28D52E-5E76-4F17-B8E5-8FB7CFEB1C6C}" type="datetimeFigureOut">
              <a:rPr lang="en-US" smtClean="0"/>
              <a:t>6/8/2024</a:t>
            </a:fld>
            <a:endParaRPr lang="en-US"/>
          </a:p>
        </p:txBody>
      </p:sp>
      <p:sp>
        <p:nvSpPr>
          <p:cNvPr id="5" name="Footer Placeholder 4">
            <a:extLst>
              <a:ext uri="{FF2B5EF4-FFF2-40B4-BE49-F238E27FC236}">
                <a16:creationId xmlns:a16="http://schemas.microsoft.com/office/drawing/2014/main" id="{A7D73FBB-23D2-4D7A-B021-EF17F1FAC5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02BCD0-3D69-4070-B373-FEC3A791DF4C}"/>
              </a:ext>
            </a:extLst>
          </p:cNvPr>
          <p:cNvSpPr>
            <a:spLocks noGrp="1"/>
          </p:cNvSpPr>
          <p:nvPr>
            <p:ph type="sldNum" sz="quarter" idx="12"/>
          </p:nvPr>
        </p:nvSpPr>
        <p:spPr/>
        <p:txBody>
          <a:bodyPr/>
          <a:lstStyle/>
          <a:p>
            <a:fld id="{9D10EF62-7E1F-4D14-A290-B1A5B056E1B1}" type="slidenum">
              <a:rPr lang="en-US" smtClean="0"/>
              <a:t>‹#›</a:t>
            </a:fld>
            <a:endParaRPr lang="en-US"/>
          </a:p>
        </p:txBody>
      </p:sp>
    </p:spTree>
    <p:extLst>
      <p:ext uri="{BB962C8B-B14F-4D97-AF65-F5344CB8AC3E}">
        <p14:creationId xmlns:p14="http://schemas.microsoft.com/office/powerpoint/2010/main" val="5551606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161CB2-CB82-4E90-987D-81CF646B38E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F28D52E-5E76-4F17-B8E5-8FB7CFEB1C6C}"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6/8/2024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Footer Placeholder 2">
            <a:extLst>
              <a:ext uri="{FF2B5EF4-FFF2-40B4-BE49-F238E27FC236}">
                <a16:creationId xmlns:a16="http://schemas.microsoft.com/office/drawing/2014/main" id="{0FA371FA-B3F2-4C79-8DFF-9AA16A4B3FE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D06CB9A1-1149-4081-9F25-A0791B791CC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10EF62-7E1F-4D14-A290-B1A5B056E1B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0578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s://commons.wikimedia.org/wiki/File:Apply_Green_Patterns_to_your_Design_and_Feel_A_New_Look.jpg" TargetMode="Externa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2.xml"/><Relationship Id="rId1" Type="http://schemas.openxmlformats.org/officeDocument/2006/relationships/slideLayout" Target="../slideLayouts/slideLayout12.xml"/><Relationship Id="rId4" Type="http://schemas.openxmlformats.org/officeDocument/2006/relationships/hyperlink" Target="https://pixabay.com/illustrations/texture-gold-background-2150588/"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extLst>
              <a:ext uri="{837473B0-CC2E-450A-ABE3-18F120FF3D39}">
                <a1611:picAttrSrcUrl xmlns:a1611="http://schemas.microsoft.com/office/drawing/2016/11/main" r:id="rId14"/>
              </a:ext>
            </a:extLst>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A6B850-FDB7-49B1-AE80-5C81F8EB00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63F5911-148D-4A85-9263-D051405506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D58F34-C040-48CE-AAE8-73562D5E44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28D52E-5E76-4F17-B8E5-8FB7CFEB1C6C}" type="datetimeFigureOut">
              <a:rPr lang="en-US" smtClean="0"/>
              <a:t>6/8/2024</a:t>
            </a:fld>
            <a:endParaRPr lang="en-US"/>
          </a:p>
        </p:txBody>
      </p:sp>
      <p:sp>
        <p:nvSpPr>
          <p:cNvPr id="5" name="Footer Placeholder 4">
            <a:extLst>
              <a:ext uri="{FF2B5EF4-FFF2-40B4-BE49-F238E27FC236}">
                <a16:creationId xmlns:a16="http://schemas.microsoft.com/office/drawing/2014/main" id="{54A08963-3389-4AD7-9906-BD533B6AB9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74AEF56-0FE9-4A5F-826D-4983A956FC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10EF62-7E1F-4D14-A290-B1A5B056E1B1}" type="slidenum">
              <a:rPr lang="en-US" smtClean="0"/>
              <a:t>‹#›</a:t>
            </a:fld>
            <a:endParaRPr lang="en-US"/>
          </a:p>
        </p:txBody>
      </p:sp>
    </p:spTree>
    <p:extLst>
      <p:ext uri="{BB962C8B-B14F-4D97-AF65-F5344CB8AC3E}">
        <p14:creationId xmlns:p14="http://schemas.microsoft.com/office/powerpoint/2010/main" val="28208083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extLst>
              <a:ext uri="{837473B0-CC2E-450A-ABE3-18F120FF3D39}">
                <a1611:picAttrSrcUrl xmlns:a1611="http://schemas.microsoft.com/office/drawing/2016/11/main" r:id="rId4"/>
              </a:ext>
            </a:extLst>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A6B850-FDB7-49B1-AE80-5C81F8EB00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63F5911-148D-4A85-9263-D051405506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D58F34-C040-48CE-AAE8-73562D5E44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28D52E-5E76-4F17-B8E5-8FB7CFEB1C6C}" type="datetimeFigureOut">
              <a:rPr lang="en-US" smtClean="0"/>
              <a:t>6/8/2024</a:t>
            </a:fld>
            <a:endParaRPr lang="en-US"/>
          </a:p>
        </p:txBody>
      </p:sp>
      <p:sp>
        <p:nvSpPr>
          <p:cNvPr id="5" name="Footer Placeholder 4">
            <a:extLst>
              <a:ext uri="{FF2B5EF4-FFF2-40B4-BE49-F238E27FC236}">
                <a16:creationId xmlns:a16="http://schemas.microsoft.com/office/drawing/2014/main" id="{54A08963-3389-4AD7-9906-BD533B6AB9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74AEF56-0FE9-4A5F-826D-4983A956FC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10EF62-7E1F-4D14-A290-B1A5B056E1B1}" type="slidenum">
              <a:rPr lang="en-US" smtClean="0"/>
              <a:t>‹#›</a:t>
            </a:fld>
            <a:endParaRPr lang="en-US"/>
          </a:p>
        </p:txBody>
      </p:sp>
    </p:spTree>
    <p:extLst>
      <p:ext uri="{BB962C8B-B14F-4D97-AF65-F5344CB8AC3E}">
        <p14:creationId xmlns:p14="http://schemas.microsoft.com/office/powerpoint/2010/main" val="195931312"/>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9242"/>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B76D444-2756-434F-AE61-96D69830C1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Ordinary Time is Not Ordinary - Catholic Way of Life">
            <a:extLst>
              <a:ext uri="{FF2B5EF4-FFF2-40B4-BE49-F238E27FC236}">
                <a16:creationId xmlns:a16="http://schemas.microsoft.com/office/drawing/2014/main" id="{E7C35E00-59BF-4D57-A85A-B633138E4E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2785" y="58261"/>
            <a:ext cx="4348480" cy="5636918"/>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A27B6159-7734-4564-9E0F-C4BC43C36E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4782312"/>
            <a:ext cx="11548872" cy="1755648"/>
          </a:xfrm>
          <a:prstGeom prst="rect">
            <a:avLst/>
          </a:prstGeom>
          <a:solidFill>
            <a:schemeClr val="tx1">
              <a:alpha val="93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E2FFB46B-05BC-4950-B18A-9593FDAE6E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059936" y="5237979"/>
            <a:ext cx="0" cy="914400"/>
          </a:xfrm>
          <a:prstGeom prst="line">
            <a:avLst/>
          </a:prstGeom>
          <a:ln w="19050">
            <a:solidFill>
              <a:schemeClr val="bg1">
                <a:alpha val="8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849DF831-03A3-41AA-B803-12E3143CF5AD}"/>
              </a:ext>
            </a:extLst>
          </p:cNvPr>
          <p:cNvSpPr/>
          <p:nvPr/>
        </p:nvSpPr>
        <p:spPr>
          <a:xfrm>
            <a:off x="4297680" y="5009083"/>
            <a:ext cx="7059167" cy="1345997"/>
          </a:xfrm>
        </p:spPr>
        <p:txBody>
          <a:bodyPr vert="horz" lIns="91440" tIns="45720" rIns="91440" bIns="45720" rtlCol="0" anchor="ctr">
            <a:normAutofit/>
          </a:bodyPr>
          <a:lstStyle/>
          <a:p>
            <a:pPr algn="ctr">
              <a:lnSpc>
                <a:spcPct val="90000"/>
              </a:lnSpc>
              <a:spcBef>
                <a:spcPct val="0"/>
              </a:spcBef>
              <a:spcAft>
                <a:spcPts val="600"/>
              </a:spcAft>
            </a:pPr>
            <a:r>
              <a:rPr lang="en-US" sz="2800" dirty="0">
                <a:ln>
                  <a:solidFill>
                    <a:sysClr val="windowText" lastClr="000000"/>
                  </a:solidFill>
                </a:ln>
                <a:solidFill>
                  <a:schemeClr val="bg1"/>
                </a:solidFill>
                <a:latin typeface="Arial Black" panose="020B0A04020102020204" pitchFamily="34" charset="0"/>
              </a:rPr>
              <a:t>Tenth Sunday </a:t>
            </a:r>
          </a:p>
          <a:p>
            <a:pPr algn="ctr">
              <a:lnSpc>
                <a:spcPct val="90000"/>
              </a:lnSpc>
              <a:spcBef>
                <a:spcPct val="0"/>
              </a:spcBef>
              <a:spcAft>
                <a:spcPts val="600"/>
              </a:spcAft>
            </a:pPr>
            <a:r>
              <a:rPr lang="en-US" sz="2800" dirty="0">
                <a:ln>
                  <a:solidFill>
                    <a:sysClr val="windowText" lastClr="000000"/>
                  </a:solidFill>
                </a:ln>
                <a:solidFill>
                  <a:schemeClr val="bg1"/>
                </a:solidFill>
                <a:latin typeface="Arial Black" panose="020B0A04020102020204" pitchFamily="34" charset="0"/>
              </a:rPr>
              <a:t>of Ordinary Time</a:t>
            </a:r>
          </a:p>
        </p:txBody>
      </p:sp>
    </p:spTree>
    <p:extLst>
      <p:ext uri="{BB962C8B-B14F-4D97-AF65-F5344CB8AC3E}">
        <p14:creationId xmlns:p14="http://schemas.microsoft.com/office/powerpoint/2010/main" val="83793736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081377" y="1890234"/>
            <a:ext cx="8064708" cy="1093401"/>
          </a:xfrm>
          <a:prstGeom prst="rect">
            <a:avLst/>
          </a:prstGeom>
        </p:spPr>
        <p:txBody>
          <a:bodyPr vert="horz" wrap="none" lIns="38099" tIns="0" rIns="38099" bIns="0" anchor="b">
            <a:noAutofit/>
            <a:scene3d>
              <a:camera prst="orthographicFront"/>
              <a:lightRig rig="soft" dir="t">
                <a:rot lat="0" lon="0" rev="17220000"/>
              </a:lightRig>
            </a:scene3d>
            <a:sp3d prstMaterial="softEdge">
              <a:bevelT w="38100" h="38100"/>
            </a:sp3d>
          </a:bodyPr>
          <a:lstStyle/>
          <a:p>
            <a:pPr algn="ctr" defTabSz="535747">
              <a:spcBef>
                <a:spcPct val="0"/>
              </a:spcBef>
              <a:defRPr/>
            </a:pPr>
            <a:r>
              <a:rPr lang="en-US" sz="3200" cap="all" dirty="0">
                <a:ln w="6350">
                  <a:solidFill>
                    <a:sysClr val="windowText" lastClr="000000"/>
                  </a:solidFill>
                </a:ln>
                <a:solidFill>
                  <a:schemeClr val="bg1"/>
                </a:solidFill>
                <a:effectLst>
                  <a:outerShdw blurRad="50800" dist="38100" dir="2700000">
                    <a:srgbClr val="000000">
                      <a:alpha val="43000"/>
                    </a:srgbClr>
                  </a:outerShdw>
                </a:effectLst>
                <a:latin typeface="Arial Black"/>
                <a:ea typeface="+mj-ea"/>
                <a:cs typeface="Arial Black"/>
              </a:rPr>
              <a:t>A READING </a:t>
            </a:r>
            <a:r>
              <a:rPr lang="en-US" sz="3200" cap="all" dirty="0" err="1">
                <a:ln w="6350">
                  <a:solidFill>
                    <a:sysClr val="windowText" lastClr="000000"/>
                  </a:solidFill>
                </a:ln>
                <a:solidFill>
                  <a:schemeClr val="bg1"/>
                </a:solidFill>
                <a:effectLst>
                  <a:outerShdw blurRad="50800" dist="38100" dir="2700000">
                    <a:srgbClr val="000000">
                      <a:alpha val="43000"/>
                    </a:srgbClr>
                  </a:outerShdw>
                </a:effectLst>
                <a:latin typeface="Arial Black"/>
                <a:ea typeface="+mj-ea"/>
                <a:cs typeface="Arial Black"/>
              </a:rPr>
              <a:t>FrOM</a:t>
            </a:r>
            <a:r>
              <a:rPr lang="en-US" sz="3200" cap="all" dirty="0">
                <a:ln w="6350">
                  <a:solidFill>
                    <a:sysClr val="windowText" lastClr="000000"/>
                  </a:solidFill>
                </a:ln>
                <a:solidFill>
                  <a:schemeClr val="bg1"/>
                </a:solidFill>
                <a:effectLst>
                  <a:outerShdw blurRad="50800" dist="38100" dir="2700000">
                    <a:srgbClr val="000000">
                      <a:alpha val="43000"/>
                    </a:srgbClr>
                  </a:outerShdw>
                </a:effectLst>
                <a:latin typeface="Arial Black"/>
                <a:ea typeface="+mj-ea"/>
                <a:cs typeface="Arial Black"/>
              </a:rPr>
              <a:t> the</a:t>
            </a:r>
          </a:p>
          <a:p>
            <a:pPr algn="ctr" defTabSz="535747">
              <a:spcBef>
                <a:spcPct val="0"/>
              </a:spcBef>
              <a:defRPr/>
            </a:pPr>
            <a:r>
              <a:rPr lang="en-US" sz="3200" cap="all" dirty="0">
                <a:ln w="6350">
                  <a:solidFill>
                    <a:sysClr val="windowText" lastClr="000000"/>
                  </a:solidFill>
                </a:ln>
                <a:solidFill>
                  <a:schemeClr val="bg1"/>
                </a:solidFill>
                <a:effectLst>
                  <a:outerShdw blurRad="50800" dist="38100" dir="2700000">
                    <a:srgbClr val="000000">
                      <a:alpha val="43000"/>
                    </a:srgbClr>
                  </a:outerShdw>
                </a:effectLst>
                <a:latin typeface="Arial Black"/>
                <a:ea typeface="+mj-ea"/>
                <a:cs typeface="Arial Black"/>
              </a:rPr>
              <a:t>Book of genesis</a:t>
            </a:r>
          </a:p>
        </p:txBody>
      </p:sp>
      <p:sp>
        <p:nvSpPr>
          <p:cNvPr id="3" name="Text Placeholder 2"/>
          <p:cNvSpPr txBox="1">
            <a:spLocks/>
          </p:cNvSpPr>
          <p:nvPr/>
        </p:nvSpPr>
        <p:spPr>
          <a:xfrm>
            <a:off x="4556904" y="3612217"/>
            <a:ext cx="2696804" cy="420503"/>
          </a:xfrm>
          <a:prstGeom prst="rect">
            <a:avLst/>
          </a:prstGeom>
        </p:spPr>
        <p:txBody>
          <a:bodyPr vert="horz" lIns="76199" tIns="38099" rIns="76199" bIns="38099">
            <a:noAutofit/>
          </a:bodyPr>
          <a:lstStyle/>
          <a:p>
            <a:pPr algn="ctr" defTabSz="535747">
              <a:spcBef>
                <a:spcPct val="20000"/>
              </a:spcBef>
              <a:buClr>
                <a:schemeClr val="tx1">
                  <a:shade val="95000"/>
                </a:schemeClr>
              </a:buClr>
              <a:buSzPct val="65000"/>
              <a:defRPr/>
            </a:pPr>
            <a:r>
              <a:rPr lang="en-US" sz="2800" dirty="0">
                <a:ln>
                  <a:solidFill>
                    <a:sysClr val="windowText" lastClr="000000"/>
                  </a:solidFill>
                </a:ln>
                <a:solidFill>
                  <a:schemeClr val="bg1"/>
                </a:solidFill>
                <a:latin typeface="Arial Black"/>
                <a:cs typeface="Arial Black"/>
              </a:rPr>
              <a:t>3:9-15</a:t>
            </a:r>
          </a:p>
        </p:txBody>
      </p:sp>
    </p:spTree>
    <p:extLst>
      <p:ext uri="{BB962C8B-B14F-4D97-AF65-F5344CB8AC3E}">
        <p14:creationId xmlns:p14="http://schemas.microsoft.com/office/powerpoint/2010/main" val="3634747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7680" y="812899"/>
            <a:ext cx="11216640" cy="5232202"/>
          </a:xfrm>
          <a:prstGeom prst="rect">
            <a:avLst/>
          </a:prstGeom>
        </p:spPr>
        <p:txBody>
          <a:bodyPr wrap="square">
            <a:spAutoFit/>
          </a:bodyPr>
          <a:lstStyle/>
          <a:p>
            <a:r>
              <a:rPr lang="en-US" sz="2800" b="0" i="0" dirty="0">
                <a:ln>
                  <a:solidFill>
                    <a:sysClr val="windowText" lastClr="000000"/>
                  </a:solidFill>
                </a:ln>
                <a:solidFill>
                  <a:schemeClr val="bg1"/>
                </a:solidFill>
                <a:effectLst/>
                <a:latin typeface="Arial Black" panose="020B0A04020102020204" pitchFamily="34" charset="0"/>
              </a:rPr>
              <a:t>After the man, Adam, had eaten of the tree, the LORD God called to the man and asked him, "Where are you?"</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He answered, "I heard you in the garden; but I was afraid, because I was naked, so I hid myself."</a:t>
            </a:r>
            <a:r>
              <a:rPr lang="en-US" sz="2800" dirty="0">
                <a:ln>
                  <a:solidFill>
                    <a:sysClr val="windowText" lastClr="000000"/>
                  </a:solidFill>
                </a:ln>
                <a:solidFill>
                  <a:schemeClr val="bg1"/>
                </a:solidFill>
                <a:latin typeface="Arial Black" panose="020B0A04020102020204" pitchFamily="34" charset="0"/>
              </a:rPr>
              <a:t> </a:t>
            </a:r>
            <a:r>
              <a:rPr lang="en-US" sz="2800" b="0" i="0" dirty="0">
                <a:ln>
                  <a:solidFill>
                    <a:sysClr val="windowText" lastClr="000000"/>
                  </a:solidFill>
                </a:ln>
                <a:solidFill>
                  <a:schemeClr val="bg1"/>
                </a:solidFill>
                <a:effectLst/>
                <a:latin typeface="Arial Black" panose="020B0A04020102020204" pitchFamily="34" charset="0"/>
              </a:rPr>
              <a:t>Then he asked, "Who told you that you were naked? You have eaten, then, from the tree of which I had forbidden you to eat!"</a:t>
            </a:r>
            <a:r>
              <a:rPr lang="en-US" sz="2800" dirty="0">
                <a:ln>
                  <a:solidFill>
                    <a:sysClr val="windowText" lastClr="000000"/>
                  </a:solidFill>
                </a:ln>
                <a:solidFill>
                  <a:schemeClr val="bg1"/>
                </a:solidFill>
                <a:latin typeface="Arial Black" panose="020B0A04020102020204" pitchFamily="34" charset="0"/>
              </a:rPr>
              <a:t> </a:t>
            </a:r>
            <a:r>
              <a:rPr lang="en-US" sz="2800" b="0" i="0" dirty="0">
                <a:ln>
                  <a:solidFill>
                    <a:sysClr val="windowText" lastClr="000000"/>
                  </a:solidFill>
                </a:ln>
                <a:solidFill>
                  <a:schemeClr val="bg1"/>
                </a:solidFill>
                <a:effectLst/>
                <a:latin typeface="Arial Black" panose="020B0A04020102020204" pitchFamily="34" charset="0"/>
              </a:rPr>
              <a:t>The man replied, "The woman whom you put here with me—she gave me fruit from the tree, and so I ate it."</a:t>
            </a:r>
            <a:r>
              <a:rPr lang="en-US" sz="2800" dirty="0">
                <a:ln>
                  <a:solidFill>
                    <a:sysClr val="windowText" lastClr="000000"/>
                  </a:solidFill>
                </a:ln>
                <a:solidFill>
                  <a:schemeClr val="bg1"/>
                </a:solidFill>
                <a:latin typeface="Arial Black" panose="020B0A04020102020204" pitchFamily="34" charset="0"/>
              </a:rPr>
              <a:t> </a:t>
            </a:r>
            <a:r>
              <a:rPr lang="en-US" sz="2800" b="0" i="0" dirty="0">
                <a:ln>
                  <a:solidFill>
                    <a:sysClr val="windowText" lastClr="000000"/>
                  </a:solidFill>
                </a:ln>
                <a:solidFill>
                  <a:schemeClr val="bg1"/>
                </a:solidFill>
                <a:effectLst/>
                <a:latin typeface="Arial Black" panose="020B0A04020102020204" pitchFamily="34" charset="0"/>
              </a:rPr>
              <a:t>The LORD God then asked the woman, "Why did you do such a thing?"</a:t>
            </a:r>
            <a:r>
              <a:rPr lang="en-US" sz="2800" dirty="0">
                <a:ln>
                  <a:solidFill>
                    <a:sysClr val="windowText" lastClr="000000"/>
                  </a:solidFill>
                </a:ln>
                <a:solidFill>
                  <a:schemeClr val="bg1"/>
                </a:solidFill>
                <a:latin typeface="Arial Black" panose="020B0A04020102020204" pitchFamily="34" charset="0"/>
              </a:rPr>
              <a:t> </a:t>
            </a:r>
            <a:r>
              <a:rPr lang="en-US" sz="2800" b="0" i="0" dirty="0">
                <a:ln>
                  <a:solidFill>
                    <a:sysClr val="windowText" lastClr="000000"/>
                  </a:solidFill>
                </a:ln>
                <a:solidFill>
                  <a:schemeClr val="bg1"/>
                </a:solidFill>
                <a:effectLst/>
                <a:latin typeface="Arial Black" panose="020B0A04020102020204" pitchFamily="34" charset="0"/>
              </a:rPr>
              <a:t>The woman answered, "The serpent tricked me into it, so I ate it."</a:t>
            </a:r>
            <a:br>
              <a:rPr lang="en-US" sz="2800" dirty="0">
                <a:ln>
                  <a:solidFill>
                    <a:sysClr val="windowText" lastClr="000000"/>
                  </a:solidFill>
                </a:ln>
                <a:solidFill>
                  <a:schemeClr val="bg1"/>
                </a:solidFill>
                <a:latin typeface="Arial Black" panose="020B0A04020102020204" pitchFamily="34" charset="0"/>
              </a:rPr>
            </a:br>
            <a:endParaRPr lang="en-US" sz="2600" dirty="0">
              <a:ln>
                <a:solidFill>
                  <a:sysClr val="windowText" lastClr="000000"/>
                </a:solidFill>
              </a:ln>
              <a:solidFill>
                <a:schemeClr val="bg1"/>
              </a:solidFill>
              <a:latin typeface="Arial Black" panose="020B0A04020102020204" pitchFamily="34" charset="0"/>
            </a:endParaRPr>
          </a:p>
        </p:txBody>
      </p:sp>
    </p:spTree>
    <p:extLst>
      <p:ext uri="{BB962C8B-B14F-4D97-AF65-F5344CB8AC3E}">
        <p14:creationId xmlns:p14="http://schemas.microsoft.com/office/powerpoint/2010/main" val="60689532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7680" y="712987"/>
            <a:ext cx="11216640" cy="5262979"/>
          </a:xfrm>
          <a:prstGeom prst="rect">
            <a:avLst/>
          </a:prstGeom>
        </p:spPr>
        <p:txBody>
          <a:bodyPr wrap="square">
            <a:spAutoFit/>
          </a:bodyPr>
          <a:lstStyle/>
          <a:p>
            <a:r>
              <a:rPr lang="en-US" sz="2800" b="0" i="0" dirty="0">
                <a:ln>
                  <a:solidFill>
                    <a:sysClr val="windowText" lastClr="000000"/>
                  </a:solidFill>
                </a:ln>
                <a:solidFill>
                  <a:schemeClr val="bg1"/>
                </a:solidFill>
                <a:effectLst/>
                <a:latin typeface="Arial Black" panose="020B0A04020102020204" pitchFamily="34" charset="0"/>
              </a:rPr>
              <a:t>Then the LORD God said to the serpent:</a:t>
            </a:r>
          </a:p>
          <a:p>
            <a:pPr algn="ct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"Because you have done this, you shall be banned</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from all the animals</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and from all the wild creatures;</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on your belly shall you crawl,</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and dirt shall you eat</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all the days of your life.</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I will put enmity between you and the woman,</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and between your offspring and hers;</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he will strike at your head,</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while you strike at his heel."</a:t>
            </a:r>
            <a:endParaRPr lang="en-US" sz="2600" dirty="0">
              <a:ln>
                <a:solidFill>
                  <a:sysClr val="windowText" lastClr="000000"/>
                </a:solidFill>
              </a:ln>
              <a:solidFill>
                <a:schemeClr val="bg1"/>
              </a:solidFill>
              <a:latin typeface="Arial Black" panose="020B0A04020102020204" pitchFamily="34" charset="0"/>
            </a:endParaRPr>
          </a:p>
        </p:txBody>
      </p:sp>
    </p:spTree>
    <p:extLst>
      <p:ext uri="{BB962C8B-B14F-4D97-AF65-F5344CB8AC3E}">
        <p14:creationId xmlns:p14="http://schemas.microsoft.com/office/powerpoint/2010/main" val="201517798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048854" y="1947928"/>
            <a:ext cx="8032955" cy="2308324"/>
          </a:xfrm>
          <a:prstGeom prst="rect">
            <a:avLst/>
          </a:prstGeom>
        </p:spPr>
        <p:txBody>
          <a:bodyPr wrap="square">
            <a:spAutoFit/>
          </a:bodyPr>
          <a:lstStyle/>
          <a:p>
            <a:pPr algn="ctr"/>
            <a:r>
              <a:rPr lang="en-US" sz="3600" dirty="0">
                <a:ln>
                  <a:solidFill>
                    <a:sysClr val="windowText" lastClr="000000"/>
                  </a:solidFill>
                </a:ln>
                <a:solidFill>
                  <a:schemeClr val="bg1"/>
                </a:solidFill>
                <a:latin typeface="Arial Black" panose="020B0A04020102020204" pitchFamily="34" charset="0"/>
              </a:rPr>
              <a:t>The word of the Lord. </a:t>
            </a:r>
          </a:p>
          <a:p>
            <a:pPr algn="ctr"/>
            <a:endParaRPr lang="en-US" sz="3600" dirty="0">
              <a:ln>
                <a:solidFill>
                  <a:sysClr val="windowText" lastClr="000000"/>
                </a:solidFill>
              </a:ln>
              <a:solidFill>
                <a:schemeClr val="bg1"/>
              </a:solidFill>
              <a:latin typeface="Arial Black" panose="020B0A04020102020204" pitchFamily="34" charset="0"/>
            </a:endParaRPr>
          </a:p>
          <a:p>
            <a:pPr algn="ctr"/>
            <a:endParaRPr lang="en-US" sz="3600" dirty="0">
              <a:ln>
                <a:solidFill>
                  <a:sysClr val="windowText" lastClr="000000"/>
                </a:solidFill>
              </a:ln>
              <a:solidFill>
                <a:schemeClr val="bg1"/>
              </a:solidFill>
              <a:latin typeface="Arial Black" panose="020B0A04020102020204" pitchFamily="34" charset="0"/>
            </a:endParaRPr>
          </a:p>
          <a:p>
            <a:pPr algn="ctr"/>
            <a:r>
              <a:rPr lang="en-US" sz="3600" dirty="0">
                <a:ln>
                  <a:solidFill>
                    <a:sysClr val="windowText" lastClr="000000"/>
                  </a:solidFill>
                </a:ln>
                <a:solidFill>
                  <a:schemeClr val="bg1"/>
                </a:solidFill>
                <a:latin typeface="Arial Black" panose="020B0A04020102020204" pitchFamily="34" charset="0"/>
              </a:rPr>
              <a:t>Thanks be to God.</a:t>
            </a:r>
          </a:p>
        </p:txBody>
      </p:sp>
    </p:spTree>
    <p:extLst>
      <p:ext uri="{BB962C8B-B14F-4D97-AF65-F5344CB8AC3E}">
        <p14:creationId xmlns:p14="http://schemas.microsoft.com/office/powerpoint/2010/main" val="12898379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 name="Rectangle 77">
            <a:extLst>
              <a:ext uri="{FF2B5EF4-FFF2-40B4-BE49-F238E27FC236}">
                <a16:creationId xmlns:a16="http://schemas.microsoft.com/office/drawing/2014/main" id="{E5093ECC-8BEB-4546-A80D-0B4887662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picture containing text&#10;&#10;Description automatically generated">
            <a:extLst>
              <a:ext uri="{FF2B5EF4-FFF2-40B4-BE49-F238E27FC236}">
                <a16:creationId xmlns:a16="http://schemas.microsoft.com/office/drawing/2014/main" id="{1A745D90-5993-486A-AA1F-CD93AC45D395}"/>
              </a:ext>
            </a:extLst>
          </p:cNvPr>
          <p:cNvPicPr>
            <a:picLocks noChangeAspect="1"/>
          </p:cNvPicPr>
          <p:nvPr/>
        </p:nvPicPr>
        <p:blipFill rotWithShape="1">
          <a:blip r:embed="rId3"/>
          <a:srcRect t="19206"/>
          <a:stretch/>
        </p:blipFill>
        <p:spPr>
          <a:xfrm>
            <a:off x="684575" y="685800"/>
            <a:ext cx="10821625" cy="5486400"/>
          </a:xfrm>
          <a:prstGeom prst="rect">
            <a:avLst/>
          </a:prstGeom>
        </p:spPr>
      </p:pic>
    </p:spTree>
    <p:extLst>
      <p:ext uri="{BB962C8B-B14F-4D97-AF65-F5344CB8AC3E}">
        <p14:creationId xmlns:p14="http://schemas.microsoft.com/office/powerpoint/2010/main" val="4098890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2286000" y="393331"/>
            <a:ext cx="7619999" cy="356341"/>
          </a:xfrm>
          <a:prstGeom prst="rect">
            <a:avLst/>
          </a:prstGeom>
        </p:spPr>
        <p:txBody>
          <a:bodyPr vert="horz" wrap="none" lIns="38099" tIns="0" rIns="38099" bIns="0" anchor="b">
            <a:noAutofit/>
            <a:scene3d>
              <a:camera prst="orthographicFront"/>
              <a:lightRig rig="soft" dir="t">
                <a:rot lat="0" lon="0" rev="17220000"/>
              </a:lightRig>
            </a:scene3d>
            <a:sp3d prstMaterial="softEdge">
              <a:bevelT w="38100" h="38100"/>
            </a:sp3d>
          </a:bodyPr>
          <a:lstStyle/>
          <a:p>
            <a:pPr algn="ctr" defTabSz="535747">
              <a:spcBef>
                <a:spcPct val="0"/>
              </a:spcBef>
              <a:defRPr/>
            </a:pPr>
            <a:r>
              <a:rPr lang="en-US" sz="3200" cap="all" dirty="0">
                <a:ln w="6350">
                  <a:solidFill>
                    <a:sysClr val="windowText" lastClr="000000"/>
                  </a:solidFill>
                </a:ln>
                <a:solidFill>
                  <a:schemeClr val="bg1"/>
                </a:solidFill>
                <a:latin typeface="Arial Black"/>
                <a:cs typeface="Arial Black"/>
              </a:rPr>
              <a:t>RESPONSORIAL PSALM</a:t>
            </a:r>
          </a:p>
        </p:txBody>
      </p:sp>
      <p:sp>
        <p:nvSpPr>
          <p:cNvPr id="7" name="Text Placeholder 2"/>
          <p:cNvSpPr txBox="1">
            <a:spLocks/>
          </p:cNvSpPr>
          <p:nvPr/>
        </p:nvSpPr>
        <p:spPr>
          <a:xfrm>
            <a:off x="3355943" y="855418"/>
            <a:ext cx="5420412" cy="420503"/>
          </a:xfrm>
          <a:prstGeom prst="rect">
            <a:avLst/>
          </a:prstGeom>
        </p:spPr>
        <p:txBody>
          <a:bodyPr vert="horz" lIns="76199" tIns="38099" rIns="76199" bIns="38099">
            <a:normAutofit fontScale="85000" lnSpcReduction="20000"/>
          </a:bodyPr>
          <a:lstStyle/>
          <a:p>
            <a:r>
              <a:rPr lang="en-US" sz="3200" dirty="0">
                <a:ln>
                  <a:solidFill>
                    <a:sysClr val="windowText" lastClr="000000"/>
                  </a:solidFill>
                </a:ln>
                <a:solidFill>
                  <a:schemeClr val="bg1"/>
                </a:solidFill>
                <a:latin typeface="Arial Black" panose="020B0A04020102020204" pitchFamily="34" charset="0"/>
              </a:rPr>
              <a:t>Psalm </a:t>
            </a:r>
            <a:r>
              <a:rPr lang="en-US" sz="3200" b="1" cap="small" dirty="0">
                <a:ln>
                  <a:solidFill>
                    <a:sysClr val="windowText" lastClr="000000"/>
                  </a:solidFill>
                </a:ln>
                <a:solidFill>
                  <a:schemeClr val="bg1"/>
                </a:solidFill>
                <a:latin typeface="Arial Black" panose="020B0A04020102020204" pitchFamily="34" charset="0"/>
              </a:rPr>
              <a:t>130:1-2. 3-4, 5-6, 7-8</a:t>
            </a:r>
            <a:endParaRPr lang="en-US" sz="3200" dirty="0">
              <a:ln>
                <a:solidFill>
                  <a:sysClr val="windowText" lastClr="000000"/>
                </a:solidFill>
              </a:ln>
              <a:solidFill>
                <a:schemeClr val="bg1"/>
              </a:solidFill>
              <a:latin typeface="Arial Black" panose="020B0A04020102020204" pitchFamily="34" charset="0"/>
            </a:endParaRPr>
          </a:p>
        </p:txBody>
      </p:sp>
      <p:sp>
        <p:nvSpPr>
          <p:cNvPr id="2" name="Rectangle 1"/>
          <p:cNvSpPr/>
          <p:nvPr/>
        </p:nvSpPr>
        <p:spPr>
          <a:xfrm>
            <a:off x="412263" y="2563091"/>
            <a:ext cx="11367471" cy="3036216"/>
          </a:xfrm>
          <a:prstGeom prst="rect">
            <a:avLst/>
          </a:prstGeom>
        </p:spPr>
        <p:txBody>
          <a:bodyPr wrap="none">
            <a:spAutoFit/>
          </a:bodyPr>
          <a:lstStyle/>
          <a:p>
            <a:pPr algn="ctr">
              <a:lnSpc>
                <a:spcPct val="115000"/>
              </a:lnSpc>
            </a:pPr>
            <a:r>
              <a:rPr lang="en-US" sz="2800" b="1" dirty="0">
                <a:ln>
                  <a:solidFill>
                    <a:sysClr val="windowText" lastClr="000000"/>
                  </a:solidFill>
                </a:ln>
                <a:solidFill>
                  <a:schemeClr val="bg1"/>
                </a:solidFill>
                <a:latin typeface="Arial Black" panose="020B0A04020102020204" pitchFamily="34" charset="0"/>
                <a:ea typeface="Times New Roman" panose="02020603050405020304" pitchFamily="18" charset="0"/>
                <a:cs typeface="Times New Roman" panose="02020603050405020304" pitchFamily="18" charset="0"/>
              </a:rPr>
              <a:t>V:  </a:t>
            </a:r>
          </a:p>
          <a:p>
            <a:pPr algn="ctr">
              <a:lnSpc>
                <a:spcPct val="115000"/>
              </a:lnSpc>
            </a:pPr>
            <a:r>
              <a:rPr lang="en-US" sz="2800" b="1" i="0" dirty="0">
                <a:ln>
                  <a:solidFill>
                    <a:sysClr val="windowText" lastClr="000000"/>
                  </a:solidFill>
                </a:ln>
                <a:solidFill>
                  <a:schemeClr val="bg1"/>
                </a:solidFill>
                <a:effectLst/>
                <a:latin typeface="Arial Black" panose="020B0A04020102020204" pitchFamily="34" charset="0"/>
              </a:rPr>
              <a:t>With the Lord there is mercy, and fullness of redemption.</a:t>
            </a:r>
            <a:endParaRPr lang="en-US" sz="2800" dirty="0">
              <a:ln>
                <a:solidFill>
                  <a:sysClr val="windowText" lastClr="000000"/>
                </a:solidFill>
              </a:ln>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a:p>
            <a:pPr algn="ctr">
              <a:lnSpc>
                <a:spcPct val="115000"/>
              </a:lnSpc>
            </a:pPr>
            <a:endParaRPr lang="en-US" sz="2800" dirty="0">
              <a:ln>
                <a:solidFill>
                  <a:sysClr val="windowText" lastClr="000000"/>
                </a:solidFill>
              </a:ln>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a:p>
            <a:pPr algn="ctr">
              <a:lnSpc>
                <a:spcPct val="115000"/>
              </a:lnSpc>
            </a:pPr>
            <a:r>
              <a:rPr lang="en-US" sz="2800" b="1" dirty="0">
                <a:ln>
                  <a:solidFill>
                    <a:sysClr val="windowText" lastClr="000000"/>
                  </a:solidFill>
                </a:ln>
                <a:solidFill>
                  <a:schemeClr val="bg1"/>
                </a:solidFill>
                <a:latin typeface="Arial Black" panose="020B0A04020102020204" pitchFamily="34" charset="0"/>
                <a:ea typeface="Calibri" panose="020F0502020204030204" pitchFamily="34" charset="0"/>
                <a:cs typeface="Times New Roman" panose="02020603050405020304" pitchFamily="18" charset="0"/>
              </a:rPr>
              <a:t>R:  </a:t>
            </a:r>
          </a:p>
          <a:p>
            <a:pPr algn="ctr">
              <a:lnSpc>
                <a:spcPct val="115000"/>
              </a:lnSpc>
            </a:pPr>
            <a:r>
              <a:rPr lang="en-US" sz="2800" b="1" i="0" dirty="0">
                <a:ln>
                  <a:solidFill>
                    <a:sysClr val="windowText" lastClr="000000"/>
                  </a:solidFill>
                </a:ln>
                <a:solidFill>
                  <a:schemeClr val="bg1"/>
                </a:solidFill>
                <a:effectLst/>
                <a:latin typeface="Arial Black" panose="020B0A04020102020204" pitchFamily="34" charset="0"/>
              </a:rPr>
              <a:t>With the Lord there is mercy, and fullness of redemption.</a:t>
            </a:r>
            <a:endParaRPr lang="en-US" sz="2800" dirty="0">
              <a:ln>
                <a:solidFill>
                  <a:sysClr val="windowText" lastClr="000000"/>
                </a:solidFill>
              </a:ln>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a:p>
            <a:pPr algn="ctr">
              <a:lnSpc>
                <a:spcPct val="115000"/>
              </a:lnSpc>
            </a:pPr>
            <a:endParaRPr lang="en-US" sz="2800" b="1" dirty="0">
              <a:ln>
                <a:solidFill>
                  <a:sysClr val="windowText" lastClr="000000"/>
                </a:solidFill>
              </a:ln>
              <a:solidFill>
                <a:schemeClr val="bg1"/>
              </a:solidFill>
              <a:latin typeface="Arial Black" panose="020B0A04020102020204" pitchFamily="34" charset="0"/>
            </a:endParaRPr>
          </a:p>
        </p:txBody>
      </p:sp>
    </p:spTree>
    <p:extLst>
      <p:ext uri="{BB962C8B-B14F-4D97-AF65-F5344CB8AC3E}">
        <p14:creationId xmlns:p14="http://schemas.microsoft.com/office/powerpoint/2010/main" val="83465100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632810" y="942534"/>
            <a:ext cx="8603226" cy="1815882"/>
          </a:xfrm>
          <a:prstGeom prst="rect">
            <a:avLst/>
          </a:prstGeom>
        </p:spPr>
        <p:txBody>
          <a:bodyPr wrap="square">
            <a:spAutoFit/>
          </a:bodyPr>
          <a:lstStyle/>
          <a:p>
            <a:pPr lvl="0" algn="ctr"/>
            <a:r>
              <a:rPr lang="en-US" sz="2800" b="0" i="0" dirty="0">
                <a:ln>
                  <a:solidFill>
                    <a:sysClr val="windowText" lastClr="000000"/>
                  </a:solidFill>
                </a:ln>
                <a:solidFill>
                  <a:schemeClr val="bg1"/>
                </a:solidFill>
                <a:effectLst/>
                <a:latin typeface="Arial Black" panose="020B0A04020102020204" pitchFamily="34" charset="0"/>
              </a:rPr>
              <a:t>Out of the depths I cry to you, O LORD;</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LORD, hear my voice!</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Let your ears be attentive</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to my voice in supplication.</a:t>
            </a:r>
            <a:endParaRPr lang="en-US" sz="2800" dirty="0">
              <a:ln>
                <a:solidFill>
                  <a:sysClr val="windowText" lastClr="000000"/>
                </a:solidFill>
              </a:ln>
              <a:solidFill>
                <a:schemeClr val="bg1"/>
              </a:solidFill>
              <a:latin typeface="Arial Black" panose="020B0A04020102020204" pitchFamily="34" charset="0"/>
            </a:endParaRPr>
          </a:p>
        </p:txBody>
      </p:sp>
      <p:sp>
        <p:nvSpPr>
          <p:cNvPr id="4" name="Rectangle 3">
            <a:extLst>
              <a:ext uri="{FF2B5EF4-FFF2-40B4-BE49-F238E27FC236}">
                <a16:creationId xmlns:a16="http://schemas.microsoft.com/office/drawing/2014/main" id="{AA668379-E02F-4227-83F9-7BAEE3F56192}"/>
              </a:ext>
            </a:extLst>
          </p:cNvPr>
          <p:cNvSpPr/>
          <p:nvPr/>
        </p:nvSpPr>
        <p:spPr>
          <a:xfrm>
            <a:off x="526473" y="4365811"/>
            <a:ext cx="11298382" cy="1549655"/>
          </a:xfrm>
          <a:prstGeom prst="rect">
            <a:avLst/>
          </a:prstGeom>
        </p:spPr>
        <p:txBody>
          <a:bodyPr wrap="square">
            <a:spAutoFit/>
          </a:bodyPr>
          <a:lstStyle/>
          <a:p>
            <a:pPr algn="ctr">
              <a:lnSpc>
                <a:spcPct val="115000"/>
              </a:lnSpc>
            </a:pPr>
            <a:r>
              <a:rPr lang="en-US" sz="2800" b="1" dirty="0">
                <a:ln>
                  <a:solidFill>
                    <a:sysClr val="windowText" lastClr="000000"/>
                  </a:solidFill>
                </a:ln>
                <a:solidFill>
                  <a:schemeClr val="bg1"/>
                </a:solidFill>
                <a:latin typeface="Arial Black" panose="020B0A04020102020204" pitchFamily="34" charset="0"/>
                <a:ea typeface="Calibri" panose="020F0502020204030204" pitchFamily="34" charset="0"/>
                <a:cs typeface="Times New Roman" panose="02020603050405020304" pitchFamily="18" charset="0"/>
              </a:rPr>
              <a:t>R:  </a:t>
            </a:r>
          </a:p>
          <a:p>
            <a:pPr algn="ctr">
              <a:lnSpc>
                <a:spcPct val="115000"/>
              </a:lnSpc>
            </a:pPr>
            <a:r>
              <a:rPr lang="en-US" sz="2800" b="1" i="0" dirty="0">
                <a:ln>
                  <a:solidFill>
                    <a:sysClr val="windowText" lastClr="000000"/>
                  </a:solidFill>
                </a:ln>
                <a:solidFill>
                  <a:schemeClr val="bg1"/>
                </a:solidFill>
                <a:effectLst/>
                <a:latin typeface="Arial Black" panose="020B0A04020102020204" pitchFamily="34" charset="0"/>
              </a:rPr>
              <a:t>With the Lord there is mercy, and fullness of redemption.</a:t>
            </a:r>
            <a:endParaRPr lang="en-US" sz="2800" dirty="0">
              <a:ln>
                <a:solidFill>
                  <a:sysClr val="windowText" lastClr="000000"/>
                </a:solidFill>
              </a:ln>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a:p>
            <a:pPr algn="ctr">
              <a:lnSpc>
                <a:spcPct val="115000"/>
              </a:lnSpc>
            </a:pPr>
            <a:endParaRPr lang="en-US" sz="2800" b="1" dirty="0">
              <a:ln>
                <a:solidFill>
                  <a:sysClr val="windowText" lastClr="000000"/>
                </a:solidFill>
              </a:ln>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03496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632810" y="942534"/>
            <a:ext cx="8603226" cy="1815882"/>
          </a:xfrm>
          <a:prstGeom prst="rect">
            <a:avLst/>
          </a:prstGeom>
        </p:spPr>
        <p:txBody>
          <a:bodyPr wrap="square">
            <a:spAutoFit/>
          </a:bodyPr>
          <a:lstStyle/>
          <a:p>
            <a:pPr lvl="0" algn="ctr"/>
            <a:r>
              <a:rPr lang="en-US" sz="2800" b="0" i="0" dirty="0">
                <a:ln>
                  <a:solidFill>
                    <a:sysClr val="windowText" lastClr="000000"/>
                  </a:solidFill>
                </a:ln>
                <a:solidFill>
                  <a:schemeClr val="bg1"/>
                </a:solidFill>
                <a:effectLst/>
                <a:latin typeface="Arial Black" panose="020B0A04020102020204" pitchFamily="34" charset="0"/>
              </a:rPr>
              <a:t>If you, O LORD, mark iniquities,</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LORD, who can stand?</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But with you is forgiveness,</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that you may be revered.</a:t>
            </a:r>
            <a:endParaRPr lang="en-US" sz="2800" dirty="0">
              <a:ln>
                <a:solidFill>
                  <a:sysClr val="windowText" lastClr="000000"/>
                </a:solidFill>
              </a:ln>
              <a:solidFill>
                <a:schemeClr val="bg1"/>
              </a:solidFill>
              <a:latin typeface="Arial Black" panose="020B0A04020102020204" pitchFamily="34" charset="0"/>
            </a:endParaRPr>
          </a:p>
        </p:txBody>
      </p:sp>
      <p:sp>
        <p:nvSpPr>
          <p:cNvPr id="4" name="Rectangle 3">
            <a:extLst>
              <a:ext uri="{FF2B5EF4-FFF2-40B4-BE49-F238E27FC236}">
                <a16:creationId xmlns:a16="http://schemas.microsoft.com/office/drawing/2014/main" id="{AA668379-E02F-4227-83F9-7BAEE3F56192}"/>
              </a:ext>
            </a:extLst>
          </p:cNvPr>
          <p:cNvSpPr/>
          <p:nvPr/>
        </p:nvSpPr>
        <p:spPr>
          <a:xfrm>
            <a:off x="526473" y="4365811"/>
            <a:ext cx="11298382" cy="1549655"/>
          </a:xfrm>
          <a:prstGeom prst="rect">
            <a:avLst/>
          </a:prstGeom>
        </p:spPr>
        <p:txBody>
          <a:bodyPr wrap="square">
            <a:spAutoFit/>
          </a:bodyPr>
          <a:lstStyle/>
          <a:p>
            <a:pPr algn="ctr">
              <a:lnSpc>
                <a:spcPct val="115000"/>
              </a:lnSpc>
            </a:pPr>
            <a:r>
              <a:rPr lang="en-US" sz="2800" b="1" dirty="0">
                <a:ln>
                  <a:solidFill>
                    <a:sysClr val="windowText" lastClr="000000"/>
                  </a:solidFill>
                </a:ln>
                <a:solidFill>
                  <a:schemeClr val="bg1"/>
                </a:solidFill>
                <a:latin typeface="Arial Black" panose="020B0A04020102020204" pitchFamily="34" charset="0"/>
                <a:ea typeface="Calibri" panose="020F0502020204030204" pitchFamily="34" charset="0"/>
                <a:cs typeface="Times New Roman" panose="02020603050405020304" pitchFamily="18" charset="0"/>
              </a:rPr>
              <a:t>R:  </a:t>
            </a:r>
          </a:p>
          <a:p>
            <a:pPr algn="ctr">
              <a:lnSpc>
                <a:spcPct val="115000"/>
              </a:lnSpc>
            </a:pPr>
            <a:r>
              <a:rPr lang="en-US" sz="2800" b="1" i="0" dirty="0">
                <a:ln>
                  <a:solidFill>
                    <a:sysClr val="windowText" lastClr="000000"/>
                  </a:solidFill>
                </a:ln>
                <a:solidFill>
                  <a:schemeClr val="bg1"/>
                </a:solidFill>
                <a:effectLst/>
                <a:latin typeface="Arial Black" panose="020B0A04020102020204" pitchFamily="34" charset="0"/>
              </a:rPr>
              <a:t>With the Lord there is mercy, and fullness of redemption.</a:t>
            </a:r>
            <a:endParaRPr lang="en-US" sz="2800" dirty="0">
              <a:ln>
                <a:solidFill>
                  <a:sysClr val="windowText" lastClr="000000"/>
                </a:solidFill>
              </a:ln>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a:p>
            <a:pPr algn="ctr">
              <a:lnSpc>
                <a:spcPct val="115000"/>
              </a:lnSpc>
            </a:pPr>
            <a:endParaRPr lang="en-US" sz="2800" b="1" dirty="0">
              <a:ln>
                <a:solidFill>
                  <a:sysClr val="windowText" lastClr="000000"/>
                </a:solidFill>
              </a:ln>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48631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632810" y="942534"/>
            <a:ext cx="8603226" cy="1815882"/>
          </a:xfrm>
          <a:prstGeom prst="rect">
            <a:avLst/>
          </a:prstGeom>
        </p:spPr>
        <p:txBody>
          <a:bodyPr wrap="square">
            <a:spAutoFit/>
          </a:bodyPr>
          <a:lstStyle/>
          <a:p>
            <a:pPr lvl="0" algn="ctr"/>
            <a:r>
              <a:rPr lang="en-US" sz="2800" b="0" i="0" dirty="0">
                <a:ln>
                  <a:solidFill>
                    <a:sysClr val="windowText" lastClr="000000"/>
                  </a:solidFill>
                </a:ln>
                <a:solidFill>
                  <a:schemeClr val="bg1"/>
                </a:solidFill>
                <a:effectLst/>
                <a:latin typeface="Arial Black" panose="020B0A04020102020204" pitchFamily="34" charset="0"/>
              </a:rPr>
              <a:t>I trust in the LORD;</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my soul trusts in his word.</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More than sentinels wait for the dawn,</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let Israel wait for the LORD.</a:t>
            </a:r>
            <a:endParaRPr lang="en-US" sz="2800" dirty="0">
              <a:ln>
                <a:solidFill>
                  <a:sysClr val="windowText" lastClr="000000"/>
                </a:solidFill>
              </a:ln>
              <a:solidFill>
                <a:schemeClr val="bg1"/>
              </a:solidFill>
              <a:latin typeface="Arial Black" panose="020B0A04020102020204" pitchFamily="34" charset="0"/>
            </a:endParaRPr>
          </a:p>
        </p:txBody>
      </p:sp>
      <p:sp>
        <p:nvSpPr>
          <p:cNvPr id="4" name="Rectangle 3">
            <a:extLst>
              <a:ext uri="{FF2B5EF4-FFF2-40B4-BE49-F238E27FC236}">
                <a16:creationId xmlns:a16="http://schemas.microsoft.com/office/drawing/2014/main" id="{AA668379-E02F-4227-83F9-7BAEE3F56192}"/>
              </a:ext>
            </a:extLst>
          </p:cNvPr>
          <p:cNvSpPr/>
          <p:nvPr/>
        </p:nvSpPr>
        <p:spPr>
          <a:xfrm>
            <a:off x="526473" y="4365811"/>
            <a:ext cx="11298382" cy="1549655"/>
          </a:xfrm>
          <a:prstGeom prst="rect">
            <a:avLst/>
          </a:prstGeom>
        </p:spPr>
        <p:txBody>
          <a:bodyPr wrap="square">
            <a:spAutoFit/>
          </a:bodyPr>
          <a:lstStyle/>
          <a:p>
            <a:pPr algn="ctr">
              <a:lnSpc>
                <a:spcPct val="115000"/>
              </a:lnSpc>
            </a:pPr>
            <a:r>
              <a:rPr lang="en-US" sz="2800" b="1" dirty="0">
                <a:ln>
                  <a:solidFill>
                    <a:sysClr val="windowText" lastClr="000000"/>
                  </a:solidFill>
                </a:ln>
                <a:solidFill>
                  <a:schemeClr val="bg1"/>
                </a:solidFill>
                <a:latin typeface="Arial Black" panose="020B0A04020102020204" pitchFamily="34" charset="0"/>
                <a:ea typeface="Calibri" panose="020F0502020204030204" pitchFamily="34" charset="0"/>
                <a:cs typeface="Times New Roman" panose="02020603050405020304" pitchFamily="18" charset="0"/>
              </a:rPr>
              <a:t>R:  </a:t>
            </a:r>
          </a:p>
          <a:p>
            <a:pPr algn="ctr">
              <a:lnSpc>
                <a:spcPct val="115000"/>
              </a:lnSpc>
            </a:pPr>
            <a:r>
              <a:rPr lang="en-US" sz="2800" b="1" i="0" dirty="0">
                <a:ln>
                  <a:solidFill>
                    <a:sysClr val="windowText" lastClr="000000"/>
                  </a:solidFill>
                </a:ln>
                <a:solidFill>
                  <a:schemeClr val="bg1"/>
                </a:solidFill>
                <a:effectLst/>
                <a:latin typeface="Arial Black" panose="020B0A04020102020204" pitchFamily="34" charset="0"/>
              </a:rPr>
              <a:t>With the Lord there is mercy, and fullness of redemption.</a:t>
            </a:r>
            <a:endParaRPr lang="en-US" sz="2800" dirty="0">
              <a:ln>
                <a:solidFill>
                  <a:sysClr val="windowText" lastClr="000000"/>
                </a:solidFill>
              </a:ln>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a:p>
            <a:pPr algn="ctr">
              <a:lnSpc>
                <a:spcPct val="115000"/>
              </a:lnSpc>
            </a:pPr>
            <a:endParaRPr lang="en-US" sz="2800" b="1" dirty="0">
              <a:ln>
                <a:solidFill>
                  <a:sysClr val="windowText" lastClr="000000"/>
                </a:solidFill>
              </a:ln>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72915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632810" y="942534"/>
            <a:ext cx="8603226" cy="1815882"/>
          </a:xfrm>
          <a:prstGeom prst="rect">
            <a:avLst/>
          </a:prstGeom>
        </p:spPr>
        <p:txBody>
          <a:bodyPr wrap="square">
            <a:spAutoFit/>
          </a:bodyPr>
          <a:lstStyle/>
          <a:p>
            <a:pPr lvl="0" algn="ctr"/>
            <a:r>
              <a:rPr lang="en-US" sz="2800" b="0" i="0" dirty="0">
                <a:ln>
                  <a:solidFill>
                    <a:sysClr val="windowText" lastClr="000000"/>
                  </a:solidFill>
                </a:ln>
                <a:solidFill>
                  <a:schemeClr val="bg1"/>
                </a:solidFill>
                <a:effectLst/>
                <a:latin typeface="Arial Black" panose="020B0A04020102020204" pitchFamily="34" charset="0"/>
              </a:rPr>
              <a:t>For with the LORD is kindness</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and with him is plenteous redemption</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and he will redeem Israel</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from all their iniquities.</a:t>
            </a:r>
            <a:endParaRPr lang="en-US" sz="2800" dirty="0">
              <a:ln>
                <a:solidFill>
                  <a:sysClr val="windowText" lastClr="000000"/>
                </a:solidFill>
              </a:ln>
              <a:solidFill>
                <a:schemeClr val="bg1"/>
              </a:solidFill>
              <a:latin typeface="Arial Black" panose="020B0A04020102020204" pitchFamily="34" charset="0"/>
            </a:endParaRPr>
          </a:p>
        </p:txBody>
      </p:sp>
      <p:sp>
        <p:nvSpPr>
          <p:cNvPr id="4" name="Rectangle 3">
            <a:extLst>
              <a:ext uri="{FF2B5EF4-FFF2-40B4-BE49-F238E27FC236}">
                <a16:creationId xmlns:a16="http://schemas.microsoft.com/office/drawing/2014/main" id="{AA668379-E02F-4227-83F9-7BAEE3F56192}"/>
              </a:ext>
            </a:extLst>
          </p:cNvPr>
          <p:cNvSpPr/>
          <p:nvPr/>
        </p:nvSpPr>
        <p:spPr>
          <a:xfrm>
            <a:off x="526473" y="4365811"/>
            <a:ext cx="11298382" cy="1549655"/>
          </a:xfrm>
          <a:prstGeom prst="rect">
            <a:avLst/>
          </a:prstGeom>
        </p:spPr>
        <p:txBody>
          <a:bodyPr wrap="square">
            <a:spAutoFit/>
          </a:bodyPr>
          <a:lstStyle/>
          <a:p>
            <a:pPr algn="ctr">
              <a:lnSpc>
                <a:spcPct val="115000"/>
              </a:lnSpc>
            </a:pPr>
            <a:r>
              <a:rPr lang="en-US" sz="2800" b="1" dirty="0">
                <a:ln>
                  <a:solidFill>
                    <a:sysClr val="windowText" lastClr="000000"/>
                  </a:solidFill>
                </a:ln>
                <a:solidFill>
                  <a:schemeClr val="bg1"/>
                </a:solidFill>
                <a:latin typeface="Arial Black" panose="020B0A04020102020204" pitchFamily="34" charset="0"/>
                <a:ea typeface="Calibri" panose="020F0502020204030204" pitchFamily="34" charset="0"/>
                <a:cs typeface="Times New Roman" panose="02020603050405020304" pitchFamily="18" charset="0"/>
              </a:rPr>
              <a:t>R:  </a:t>
            </a:r>
          </a:p>
          <a:p>
            <a:pPr algn="ctr">
              <a:lnSpc>
                <a:spcPct val="115000"/>
              </a:lnSpc>
            </a:pPr>
            <a:r>
              <a:rPr lang="en-US" sz="2800" b="1" i="0" dirty="0">
                <a:ln>
                  <a:solidFill>
                    <a:sysClr val="windowText" lastClr="000000"/>
                  </a:solidFill>
                </a:ln>
                <a:solidFill>
                  <a:schemeClr val="bg1"/>
                </a:solidFill>
                <a:effectLst/>
                <a:latin typeface="Arial Black" panose="020B0A04020102020204" pitchFamily="34" charset="0"/>
              </a:rPr>
              <a:t>With the Lord there is mercy, and fullness of redemption.</a:t>
            </a:r>
            <a:endParaRPr lang="en-US" sz="2800" dirty="0">
              <a:ln>
                <a:solidFill>
                  <a:sysClr val="windowText" lastClr="000000"/>
                </a:solidFill>
              </a:ln>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a:p>
            <a:pPr algn="ctr">
              <a:lnSpc>
                <a:spcPct val="115000"/>
              </a:lnSpc>
            </a:pPr>
            <a:endParaRPr lang="en-US" sz="2800" b="1" dirty="0">
              <a:ln>
                <a:solidFill>
                  <a:sysClr val="windowText" lastClr="000000"/>
                </a:solidFill>
              </a:ln>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21007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E5093ECC-8BEB-4546-A80D-0B4887662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text&#10;&#10;Description automatically generated">
            <a:extLst>
              <a:ext uri="{FF2B5EF4-FFF2-40B4-BE49-F238E27FC236}">
                <a16:creationId xmlns:a16="http://schemas.microsoft.com/office/drawing/2014/main" id="{984A1D4E-5563-4373-946B-E78FC4464346}"/>
              </a:ext>
            </a:extLst>
          </p:cNvPr>
          <p:cNvPicPr>
            <a:picLocks noChangeAspect="1"/>
          </p:cNvPicPr>
          <p:nvPr/>
        </p:nvPicPr>
        <p:blipFill rotWithShape="1">
          <a:blip r:embed="rId3"/>
          <a:srcRect t="19206"/>
          <a:stretch/>
        </p:blipFill>
        <p:spPr>
          <a:xfrm>
            <a:off x="684575" y="685800"/>
            <a:ext cx="10821625" cy="5486400"/>
          </a:xfrm>
          <a:prstGeom prst="rect">
            <a:avLst/>
          </a:prstGeom>
        </p:spPr>
      </p:pic>
    </p:spTree>
    <p:extLst>
      <p:ext uri="{BB962C8B-B14F-4D97-AF65-F5344CB8AC3E}">
        <p14:creationId xmlns:p14="http://schemas.microsoft.com/office/powerpoint/2010/main" val="1427412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081377" y="1890234"/>
            <a:ext cx="8064708" cy="1093401"/>
          </a:xfrm>
          <a:prstGeom prst="rect">
            <a:avLst/>
          </a:prstGeom>
        </p:spPr>
        <p:txBody>
          <a:bodyPr vert="horz" wrap="none" lIns="38099" tIns="0" rIns="38099" bIns="0" anchor="b">
            <a:noAutofit/>
            <a:scene3d>
              <a:camera prst="orthographicFront"/>
              <a:lightRig rig="soft" dir="t">
                <a:rot lat="0" lon="0" rev="17220000"/>
              </a:lightRig>
            </a:scene3d>
            <a:sp3d prstMaterial="softEdge">
              <a:bevelT w="38100" h="38100"/>
            </a:sp3d>
          </a:bodyPr>
          <a:lstStyle/>
          <a:p>
            <a:pPr algn="ctr" defTabSz="535747">
              <a:spcBef>
                <a:spcPct val="0"/>
              </a:spcBef>
              <a:defRPr/>
            </a:pPr>
            <a:r>
              <a:rPr lang="en-US" sz="3200" cap="all" dirty="0">
                <a:ln w="6350">
                  <a:solidFill>
                    <a:sysClr val="windowText" lastClr="000000"/>
                  </a:solidFill>
                </a:ln>
                <a:solidFill>
                  <a:schemeClr val="bg1"/>
                </a:solidFill>
                <a:effectLst>
                  <a:outerShdw blurRad="50800" dist="38100" dir="2700000">
                    <a:srgbClr val="000000">
                      <a:alpha val="43000"/>
                    </a:srgbClr>
                  </a:outerShdw>
                </a:effectLst>
                <a:latin typeface="Arial Black"/>
                <a:ea typeface="+mj-ea"/>
                <a:cs typeface="Arial Black"/>
              </a:rPr>
              <a:t>A READING </a:t>
            </a:r>
            <a:r>
              <a:rPr lang="en-US" sz="3200" cap="all" dirty="0" err="1">
                <a:ln w="6350">
                  <a:solidFill>
                    <a:sysClr val="windowText" lastClr="000000"/>
                  </a:solidFill>
                </a:ln>
                <a:solidFill>
                  <a:schemeClr val="bg1"/>
                </a:solidFill>
                <a:effectLst>
                  <a:outerShdw blurRad="50800" dist="38100" dir="2700000">
                    <a:srgbClr val="000000">
                      <a:alpha val="43000"/>
                    </a:srgbClr>
                  </a:outerShdw>
                </a:effectLst>
                <a:latin typeface="Arial Black"/>
                <a:ea typeface="+mj-ea"/>
                <a:cs typeface="Arial Black"/>
              </a:rPr>
              <a:t>FrOM</a:t>
            </a:r>
            <a:r>
              <a:rPr lang="en-US" sz="3200" cap="all" dirty="0">
                <a:ln w="6350">
                  <a:solidFill>
                    <a:sysClr val="windowText" lastClr="000000"/>
                  </a:solidFill>
                </a:ln>
                <a:solidFill>
                  <a:schemeClr val="bg1"/>
                </a:solidFill>
                <a:effectLst>
                  <a:outerShdw blurRad="50800" dist="38100" dir="2700000">
                    <a:srgbClr val="000000">
                      <a:alpha val="43000"/>
                    </a:srgbClr>
                  </a:outerShdw>
                </a:effectLst>
                <a:latin typeface="Arial Black"/>
                <a:ea typeface="+mj-ea"/>
                <a:cs typeface="Arial Black"/>
              </a:rPr>
              <a:t> the second letter</a:t>
            </a:r>
          </a:p>
          <a:p>
            <a:pPr algn="ctr" defTabSz="535747">
              <a:spcBef>
                <a:spcPct val="0"/>
              </a:spcBef>
              <a:defRPr/>
            </a:pPr>
            <a:r>
              <a:rPr lang="en-US" sz="3200" cap="all" dirty="0">
                <a:ln w="6350">
                  <a:solidFill>
                    <a:sysClr val="windowText" lastClr="000000"/>
                  </a:solidFill>
                </a:ln>
                <a:solidFill>
                  <a:schemeClr val="bg1"/>
                </a:solidFill>
                <a:effectLst>
                  <a:outerShdw blurRad="50800" dist="38100" dir="2700000">
                    <a:srgbClr val="000000">
                      <a:alpha val="43000"/>
                    </a:srgbClr>
                  </a:outerShdw>
                </a:effectLst>
                <a:latin typeface="Arial Black"/>
                <a:ea typeface="+mj-ea"/>
                <a:cs typeface="Arial Black"/>
              </a:rPr>
              <a:t>Of </a:t>
            </a:r>
            <a:r>
              <a:rPr lang="en-US" sz="3200" cap="all" dirty="0" err="1">
                <a:ln w="6350">
                  <a:solidFill>
                    <a:sysClr val="windowText" lastClr="000000"/>
                  </a:solidFill>
                </a:ln>
                <a:solidFill>
                  <a:schemeClr val="bg1"/>
                </a:solidFill>
                <a:effectLst>
                  <a:outerShdw blurRad="50800" dist="38100" dir="2700000">
                    <a:srgbClr val="000000">
                      <a:alpha val="43000"/>
                    </a:srgbClr>
                  </a:outerShdw>
                </a:effectLst>
                <a:latin typeface="Arial Black"/>
                <a:ea typeface="+mj-ea"/>
                <a:cs typeface="Arial Black"/>
              </a:rPr>
              <a:t>st.</a:t>
            </a:r>
            <a:r>
              <a:rPr lang="en-US" sz="3200" cap="all" dirty="0">
                <a:ln w="6350">
                  <a:solidFill>
                    <a:sysClr val="windowText" lastClr="000000"/>
                  </a:solidFill>
                </a:ln>
                <a:solidFill>
                  <a:schemeClr val="bg1"/>
                </a:solidFill>
                <a:effectLst>
                  <a:outerShdw blurRad="50800" dist="38100" dir="2700000">
                    <a:srgbClr val="000000">
                      <a:alpha val="43000"/>
                    </a:srgbClr>
                  </a:outerShdw>
                </a:effectLst>
                <a:latin typeface="Arial Black"/>
                <a:ea typeface="+mj-ea"/>
                <a:cs typeface="Arial Black"/>
              </a:rPr>
              <a:t> </a:t>
            </a:r>
            <a:r>
              <a:rPr lang="en-US" sz="3200" cap="all" dirty="0" err="1">
                <a:ln w="6350">
                  <a:solidFill>
                    <a:sysClr val="windowText" lastClr="000000"/>
                  </a:solidFill>
                </a:ln>
                <a:solidFill>
                  <a:schemeClr val="bg1"/>
                </a:solidFill>
                <a:effectLst>
                  <a:outerShdw blurRad="50800" dist="38100" dir="2700000">
                    <a:srgbClr val="000000">
                      <a:alpha val="43000"/>
                    </a:srgbClr>
                  </a:outerShdw>
                </a:effectLst>
                <a:latin typeface="Arial Black"/>
                <a:ea typeface="+mj-ea"/>
                <a:cs typeface="Arial Black"/>
              </a:rPr>
              <a:t>paul</a:t>
            </a:r>
            <a:r>
              <a:rPr lang="en-US" sz="3200" cap="all" dirty="0">
                <a:ln w="6350">
                  <a:solidFill>
                    <a:sysClr val="windowText" lastClr="000000"/>
                  </a:solidFill>
                </a:ln>
                <a:solidFill>
                  <a:schemeClr val="bg1"/>
                </a:solidFill>
                <a:effectLst>
                  <a:outerShdw blurRad="50800" dist="38100" dir="2700000">
                    <a:srgbClr val="000000">
                      <a:alpha val="43000"/>
                    </a:srgbClr>
                  </a:outerShdw>
                </a:effectLst>
                <a:latin typeface="Arial Black"/>
                <a:ea typeface="+mj-ea"/>
                <a:cs typeface="Arial Black"/>
              </a:rPr>
              <a:t> to the </a:t>
            </a:r>
            <a:r>
              <a:rPr lang="en-US" sz="3200" cap="all" dirty="0" err="1">
                <a:ln w="6350">
                  <a:solidFill>
                    <a:sysClr val="windowText" lastClr="000000"/>
                  </a:solidFill>
                </a:ln>
                <a:solidFill>
                  <a:schemeClr val="bg1"/>
                </a:solidFill>
                <a:effectLst>
                  <a:outerShdw blurRad="50800" dist="38100" dir="2700000">
                    <a:srgbClr val="000000">
                      <a:alpha val="43000"/>
                    </a:srgbClr>
                  </a:outerShdw>
                </a:effectLst>
                <a:latin typeface="Arial Black"/>
                <a:ea typeface="+mj-ea"/>
                <a:cs typeface="Arial Black"/>
              </a:rPr>
              <a:t>corinthians</a:t>
            </a:r>
            <a:endParaRPr lang="en-US" sz="3200" cap="all" dirty="0">
              <a:ln w="6350">
                <a:solidFill>
                  <a:sysClr val="windowText" lastClr="000000"/>
                </a:solidFill>
              </a:ln>
              <a:solidFill>
                <a:schemeClr val="bg1"/>
              </a:solidFill>
              <a:effectLst>
                <a:outerShdw blurRad="50800" dist="38100" dir="2700000">
                  <a:srgbClr val="000000">
                    <a:alpha val="43000"/>
                  </a:srgbClr>
                </a:outerShdw>
              </a:effectLst>
              <a:latin typeface="Arial Black"/>
              <a:ea typeface="+mj-ea"/>
              <a:cs typeface="Arial Black"/>
            </a:endParaRPr>
          </a:p>
        </p:txBody>
      </p:sp>
      <p:sp>
        <p:nvSpPr>
          <p:cNvPr id="3" name="Text Placeholder 2"/>
          <p:cNvSpPr txBox="1">
            <a:spLocks/>
          </p:cNvSpPr>
          <p:nvPr/>
        </p:nvSpPr>
        <p:spPr>
          <a:xfrm>
            <a:off x="4556904" y="3612217"/>
            <a:ext cx="2696804" cy="420503"/>
          </a:xfrm>
          <a:prstGeom prst="rect">
            <a:avLst/>
          </a:prstGeom>
        </p:spPr>
        <p:txBody>
          <a:bodyPr vert="horz" lIns="76199" tIns="38099" rIns="76199" bIns="38099">
            <a:noAutofit/>
          </a:bodyPr>
          <a:lstStyle/>
          <a:p>
            <a:pPr algn="ctr" defTabSz="535747">
              <a:spcBef>
                <a:spcPct val="20000"/>
              </a:spcBef>
              <a:buClr>
                <a:schemeClr val="tx1">
                  <a:shade val="95000"/>
                </a:schemeClr>
              </a:buClr>
              <a:buSzPct val="65000"/>
              <a:defRPr/>
            </a:pPr>
            <a:r>
              <a:rPr lang="en-US" sz="2800" dirty="0">
                <a:ln>
                  <a:solidFill>
                    <a:sysClr val="windowText" lastClr="000000"/>
                  </a:solidFill>
                </a:ln>
                <a:solidFill>
                  <a:schemeClr val="bg1"/>
                </a:solidFill>
                <a:latin typeface="Arial Black"/>
                <a:cs typeface="Arial Black"/>
              </a:rPr>
              <a:t>4:1-5:1</a:t>
            </a:r>
          </a:p>
        </p:txBody>
      </p:sp>
    </p:spTree>
    <p:extLst>
      <p:ext uri="{BB962C8B-B14F-4D97-AF65-F5344CB8AC3E}">
        <p14:creationId xmlns:p14="http://schemas.microsoft.com/office/powerpoint/2010/main" val="1233725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7680" y="595224"/>
            <a:ext cx="11216640" cy="5693866"/>
          </a:xfrm>
          <a:prstGeom prst="rect">
            <a:avLst/>
          </a:prstGeom>
        </p:spPr>
        <p:txBody>
          <a:bodyPr wrap="square">
            <a:spAutoFit/>
          </a:bodyPr>
          <a:lstStyle/>
          <a:p>
            <a:r>
              <a:rPr lang="en-US" sz="2800" b="0" i="0" dirty="0">
                <a:ln>
                  <a:solidFill>
                    <a:sysClr val="windowText" lastClr="000000"/>
                  </a:solidFill>
                </a:ln>
                <a:solidFill>
                  <a:schemeClr val="bg1"/>
                </a:solidFill>
                <a:effectLst/>
                <a:latin typeface="Arial Black" panose="020B0A04020102020204" pitchFamily="34" charset="0"/>
                <a:cs typeface="Raavi" panose="020B0502040204020203" pitchFamily="34" charset="0"/>
              </a:rPr>
              <a:t>Brothers and sisters: Since we have the same spirit of faith, according to what is written, I </a:t>
            </a:r>
            <a:r>
              <a:rPr lang="en-US" sz="2800" b="0" i="1" dirty="0">
                <a:ln>
                  <a:solidFill>
                    <a:sysClr val="windowText" lastClr="000000"/>
                  </a:solidFill>
                </a:ln>
                <a:solidFill>
                  <a:schemeClr val="bg1"/>
                </a:solidFill>
                <a:effectLst/>
                <a:latin typeface="Arial Black" panose="020B0A04020102020204" pitchFamily="34" charset="0"/>
                <a:cs typeface="Raavi" panose="020B0502040204020203" pitchFamily="34" charset="0"/>
              </a:rPr>
              <a:t>believed, therefore I spoke, </a:t>
            </a:r>
            <a:r>
              <a:rPr lang="en-US" sz="2800" b="0" i="0" dirty="0">
                <a:ln>
                  <a:solidFill>
                    <a:sysClr val="windowText" lastClr="000000"/>
                  </a:solidFill>
                </a:ln>
                <a:solidFill>
                  <a:schemeClr val="bg1"/>
                </a:solidFill>
                <a:effectLst/>
                <a:latin typeface="Arial Black" panose="020B0A04020102020204" pitchFamily="34" charset="0"/>
                <a:cs typeface="Raavi" panose="020B0502040204020203" pitchFamily="34" charset="0"/>
              </a:rPr>
              <a:t>we too believe and therefore we speak, knowing that the one who raised the Lord Jesus will raise us also with Jesus and place us with you in his presence. Everything indeed is for you, so that the grace bestowed in abundance on more and more people may cause the thanksgiving to overflow for the glory of God.</a:t>
            </a:r>
            <a:br>
              <a:rPr lang="en-US" sz="2800" dirty="0">
                <a:ln>
                  <a:solidFill>
                    <a:sysClr val="windowText" lastClr="000000"/>
                  </a:solidFill>
                </a:ln>
                <a:solidFill>
                  <a:schemeClr val="bg1"/>
                </a:solidFill>
                <a:latin typeface="Arial Black" panose="020B0A04020102020204" pitchFamily="34" charset="0"/>
                <a:cs typeface="Raavi" panose="020B0502040204020203" pitchFamily="34" charset="0"/>
              </a:rPr>
            </a:br>
            <a:r>
              <a:rPr lang="en-US" sz="2800" b="0" i="0" dirty="0">
                <a:ln>
                  <a:solidFill>
                    <a:sysClr val="windowText" lastClr="000000"/>
                  </a:solidFill>
                </a:ln>
                <a:solidFill>
                  <a:schemeClr val="bg1"/>
                </a:solidFill>
                <a:effectLst/>
                <a:latin typeface="Arial Black" panose="020B0A04020102020204" pitchFamily="34" charset="0"/>
                <a:cs typeface="Raavi" panose="020B0502040204020203" pitchFamily="34" charset="0"/>
              </a:rPr>
              <a:t>Therefore, we are not discouraged; rather, although our outer self is wasting away, our inner self is being renewed day by day. For this momentary light affliction</a:t>
            </a:r>
            <a:br>
              <a:rPr lang="en-US" sz="2800" dirty="0">
                <a:ln>
                  <a:solidFill>
                    <a:sysClr val="windowText" lastClr="000000"/>
                  </a:solidFill>
                </a:ln>
                <a:solidFill>
                  <a:schemeClr val="bg1"/>
                </a:solidFill>
                <a:latin typeface="Arial Black" panose="020B0A04020102020204" pitchFamily="34" charset="0"/>
                <a:cs typeface="Raavi" panose="020B0502040204020203" pitchFamily="34" charset="0"/>
              </a:rPr>
            </a:br>
            <a:r>
              <a:rPr lang="en-US" sz="2800" b="0" i="0" dirty="0">
                <a:ln>
                  <a:solidFill>
                    <a:sysClr val="windowText" lastClr="000000"/>
                  </a:solidFill>
                </a:ln>
                <a:solidFill>
                  <a:schemeClr val="bg1"/>
                </a:solidFill>
                <a:effectLst/>
                <a:latin typeface="Arial Black" panose="020B0A04020102020204" pitchFamily="34" charset="0"/>
                <a:cs typeface="Raavi" panose="020B0502040204020203" pitchFamily="34" charset="0"/>
              </a:rPr>
              <a:t>is producing for us an eternal weight of glory beyond all comparison, as we look not to what is seen but to what</a:t>
            </a:r>
            <a:endParaRPr lang="en-US" sz="2600" dirty="0">
              <a:ln>
                <a:solidFill>
                  <a:sysClr val="windowText" lastClr="000000"/>
                </a:solidFill>
              </a:ln>
              <a:solidFill>
                <a:schemeClr val="bg1"/>
              </a:solidFill>
              <a:latin typeface="Arial Black" panose="020B0A04020102020204" pitchFamily="34" charset="0"/>
              <a:cs typeface="Raavi" panose="020B0502040204020203" pitchFamily="34" charset="0"/>
            </a:endParaRPr>
          </a:p>
        </p:txBody>
      </p:sp>
    </p:spTree>
    <p:extLst>
      <p:ext uri="{BB962C8B-B14F-4D97-AF65-F5344CB8AC3E}">
        <p14:creationId xmlns:p14="http://schemas.microsoft.com/office/powerpoint/2010/main" val="186098470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7680" y="1495770"/>
            <a:ext cx="11216640" cy="2246769"/>
          </a:xfrm>
          <a:prstGeom prst="rect">
            <a:avLst/>
          </a:prstGeom>
        </p:spPr>
        <p:txBody>
          <a:bodyPr wrap="square">
            <a:spAutoFit/>
          </a:bodyPr>
          <a:lstStyle/>
          <a:p>
            <a:r>
              <a:rPr lang="en-US" sz="2800" b="0" i="0" dirty="0">
                <a:ln>
                  <a:solidFill>
                    <a:sysClr val="windowText" lastClr="000000"/>
                  </a:solidFill>
                </a:ln>
                <a:solidFill>
                  <a:schemeClr val="bg1"/>
                </a:solidFill>
                <a:effectLst/>
                <a:latin typeface="Arial Black" panose="020B0A04020102020204" pitchFamily="34" charset="0"/>
                <a:cs typeface="Raavi" panose="020B0502040204020203" pitchFamily="34" charset="0"/>
              </a:rPr>
              <a:t>is unseen; for what is seen is transitory, but what is unseen is eternal. For we know that if our earthly dwelling, a tent, should be destroyed, we have a building from God, a dwelling not made with hands, eternal in heaven.</a:t>
            </a:r>
            <a:endParaRPr lang="en-US" sz="2600" dirty="0">
              <a:ln>
                <a:solidFill>
                  <a:sysClr val="windowText" lastClr="000000"/>
                </a:solidFill>
              </a:ln>
              <a:solidFill>
                <a:schemeClr val="bg1"/>
              </a:solidFill>
              <a:latin typeface="Arial Black" panose="020B0A04020102020204" pitchFamily="34" charset="0"/>
              <a:cs typeface="Raavi" panose="020B0502040204020203" pitchFamily="34" charset="0"/>
            </a:endParaRPr>
          </a:p>
        </p:txBody>
      </p:sp>
    </p:spTree>
    <p:extLst>
      <p:ext uri="{BB962C8B-B14F-4D97-AF65-F5344CB8AC3E}">
        <p14:creationId xmlns:p14="http://schemas.microsoft.com/office/powerpoint/2010/main" val="338212522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048854" y="1947928"/>
            <a:ext cx="8032955" cy="2308324"/>
          </a:xfrm>
          <a:prstGeom prst="rect">
            <a:avLst/>
          </a:prstGeom>
        </p:spPr>
        <p:txBody>
          <a:bodyPr wrap="square">
            <a:spAutoFit/>
          </a:bodyPr>
          <a:lstStyle/>
          <a:p>
            <a:pPr algn="ctr"/>
            <a:r>
              <a:rPr lang="en-US" sz="3600" dirty="0">
                <a:ln>
                  <a:solidFill>
                    <a:sysClr val="windowText" lastClr="000000"/>
                  </a:solidFill>
                </a:ln>
                <a:solidFill>
                  <a:schemeClr val="bg1"/>
                </a:solidFill>
                <a:latin typeface="Arial Black" panose="020B0A04020102020204" pitchFamily="34" charset="0"/>
              </a:rPr>
              <a:t>The word of the Lord. </a:t>
            </a:r>
          </a:p>
          <a:p>
            <a:pPr algn="ctr"/>
            <a:endParaRPr lang="en-US" sz="3600" dirty="0">
              <a:ln>
                <a:solidFill>
                  <a:sysClr val="windowText" lastClr="000000"/>
                </a:solidFill>
              </a:ln>
              <a:solidFill>
                <a:schemeClr val="bg1"/>
              </a:solidFill>
              <a:latin typeface="Arial Black" panose="020B0A04020102020204" pitchFamily="34" charset="0"/>
            </a:endParaRPr>
          </a:p>
          <a:p>
            <a:pPr algn="ctr"/>
            <a:endParaRPr lang="en-US" sz="3600" dirty="0">
              <a:ln>
                <a:solidFill>
                  <a:sysClr val="windowText" lastClr="000000"/>
                </a:solidFill>
              </a:ln>
              <a:solidFill>
                <a:schemeClr val="bg1"/>
              </a:solidFill>
              <a:latin typeface="Arial Black" panose="020B0A04020102020204" pitchFamily="34" charset="0"/>
            </a:endParaRPr>
          </a:p>
          <a:p>
            <a:pPr algn="ctr"/>
            <a:r>
              <a:rPr lang="en-US" sz="3600" dirty="0">
                <a:ln>
                  <a:solidFill>
                    <a:sysClr val="windowText" lastClr="000000"/>
                  </a:solidFill>
                </a:ln>
                <a:solidFill>
                  <a:schemeClr val="bg1"/>
                </a:solidFill>
                <a:latin typeface="Arial Black" panose="020B0A04020102020204" pitchFamily="34" charset="0"/>
              </a:rPr>
              <a:t>Thanks be to God.</a:t>
            </a:r>
          </a:p>
        </p:txBody>
      </p:sp>
    </p:spTree>
    <p:extLst>
      <p:ext uri="{BB962C8B-B14F-4D97-AF65-F5344CB8AC3E}">
        <p14:creationId xmlns:p14="http://schemas.microsoft.com/office/powerpoint/2010/main" val="3405276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E5093ECC-8BEB-4546-A80D-0B4887662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text&#10;&#10;Description automatically generated">
            <a:extLst>
              <a:ext uri="{FF2B5EF4-FFF2-40B4-BE49-F238E27FC236}">
                <a16:creationId xmlns:a16="http://schemas.microsoft.com/office/drawing/2014/main" id="{E5951EF2-B5FD-4636-8071-8E7B1F2F6B86}"/>
              </a:ext>
            </a:extLst>
          </p:cNvPr>
          <p:cNvPicPr>
            <a:picLocks noChangeAspect="1"/>
          </p:cNvPicPr>
          <p:nvPr/>
        </p:nvPicPr>
        <p:blipFill rotWithShape="1">
          <a:blip r:embed="rId3"/>
          <a:srcRect t="19206"/>
          <a:stretch/>
        </p:blipFill>
        <p:spPr>
          <a:xfrm>
            <a:off x="684575" y="685800"/>
            <a:ext cx="10821625" cy="5486400"/>
          </a:xfrm>
          <a:prstGeom prst="rect">
            <a:avLst/>
          </a:prstGeom>
        </p:spPr>
      </p:pic>
    </p:spTree>
    <p:extLst>
      <p:ext uri="{BB962C8B-B14F-4D97-AF65-F5344CB8AC3E}">
        <p14:creationId xmlns:p14="http://schemas.microsoft.com/office/powerpoint/2010/main" val="198107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3149600" y="254001"/>
            <a:ext cx="5667105" cy="424174"/>
          </a:xfrm>
          <a:prstGeom prst="rect">
            <a:avLst/>
          </a:prstGeom>
        </p:spPr>
        <p:txBody>
          <a:bodyPr vert="horz" lIns="31749" tIns="0" rIns="31749" bIns="0" anchor="b">
            <a:noAutofit/>
          </a:bodyPr>
          <a:lstStyle/>
          <a:p>
            <a:pPr algn="ctr" defTabSz="446438">
              <a:spcBef>
                <a:spcPct val="0"/>
              </a:spcBef>
              <a:defRPr/>
            </a:pPr>
            <a:r>
              <a:rPr lang="en-US" sz="2800" cap="all" dirty="0">
                <a:ln w="6350">
                  <a:solidFill>
                    <a:sysClr val="windowText" lastClr="000000"/>
                  </a:solidFill>
                </a:ln>
                <a:solidFill>
                  <a:schemeClr val="bg1"/>
                </a:solidFill>
                <a:latin typeface="Arial Black"/>
                <a:ea typeface="+mj-ea"/>
                <a:cs typeface="Arial Black"/>
              </a:rPr>
              <a:t>GOSPEL Acclamation</a:t>
            </a:r>
          </a:p>
        </p:txBody>
      </p:sp>
      <p:sp>
        <p:nvSpPr>
          <p:cNvPr id="5" name="TextBox 4"/>
          <p:cNvSpPr txBox="1"/>
          <p:nvPr/>
        </p:nvSpPr>
        <p:spPr>
          <a:xfrm>
            <a:off x="2425291" y="1250220"/>
            <a:ext cx="7341418" cy="4832092"/>
          </a:xfrm>
          <a:prstGeom prst="rect">
            <a:avLst/>
          </a:prstGeom>
          <a:noFill/>
          <a:effectLst>
            <a:softEdge rad="228600"/>
          </a:effectLst>
        </p:spPr>
        <p:txBody>
          <a:bodyPr wrap="square" rtlCol="0">
            <a:spAutoFit/>
          </a:bodyPr>
          <a:lstStyle/>
          <a:p>
            <a:pPr algn="ctr"/>
            <a:br>
              <a:rPr lang="en-US" sz="2800" b="1" dirty="0">
                <a:ln>
                  <a:solidFill>
                    <a:sysClr val="windowText" lastClr="000000"/>
                  </a:solidFill>
                </a:ln>
                <a:solidFill>
                  <a:schemeClr val="bg1"/>
                </a:solidFill>
                <a:effectLst>
                  <a:outerShdw blurRad="50800" dist="50800" dir="5400000" algn="ctr" rotWithShape="0">
                    <a:schemeClr val="bg1"/>
                  </a:outerShdw>
                </a:effectLst>
                <a:latin typeface="Arial Black" panose="020B0A04020102020204" pitchFamily="34" charset="0"/>
                <a:ea typeface="Arial Black" charset="0"/>
                <a:cs typeface="Arial Black" charset="0"/>
              </a:rPr>
            </a:br>
            <a:r>
              <a:rPr lang="en-US" sz="2800" b="1" dirty="0">
                <a:ln>
                  <a:solidFill>
                    <a:sysClr val="windowText" lastClr="000000"/>
                  </a:solidFill>
                </a:ln>
                <a:solidFill>
                  <a:schemeClr val="bg1"/>
                </a:solidFill>
                <a:effectLst>
                  <a:outerShdw blurRad="50800" dist="50800" dir="5400000" algn="ctr" rotWithShape="0">
                    <a:schemeClr val="bg1"/>
                  </a:outerShdw>
                </a:effectLst>
                <a:latin typeface="Arial Black" panose="020B0A04020102020204" pitchFamily="34" charset="0"/>
                <a:ea typeface="Arial Black" charset="0"/>
                <a:cs typeface="Arial Black" charset="0"/>
              </a:rPr>
              <a:t> </a:t>
            </a:r>
            <a:r>
              <a:rPr lang="en-US" sz="2800" b="1" dirty="0">
                <a:ln>
                  <a:solidFill>
                    <a:sysClr val="windowText" lastClr="000000"/>
                  </a:solidFill>
                </a:ln>
                <a:solidFill>
                  <a:schemeClr val="bg1"/>
                </a:solidFill>
                <a:latin typeface="Arial Black" panose="020B0A04020102020204" pitchFamily="34" charset="0"/>
              </a:rPr>
              <a:t>All (2x): </a:t>
            </a:r>
            <a:r>
              <a:rPr lang="en-US" sz="2800" dirty="0">
                <a:ln>
                  <a:solidFill>
                    <a:sysClr val="windowText" lastClr="000000"/>
                  </a:solidFill>
                </a:ln>
                <a:solidFill>
                  <a:schemeClr val="bg1"/>
                </a:solidFill>
                <a:latin typeface="Arial Black" panose="020B0A04020102020204" pitchFamily="34" charset="0"/>
              </a:rPr>
              <a:t>Alleluia, alleluia, alleluia</a:t>
            </a:r>
          </a:p>
          <a:p>
            <a:pPr algn="ctr"/>
            <a:endParaRPr lang="en-US" sz="2800" b="1" dirty="0">
              <a:ln>
                <a:solidFill>
                  <a:sysClr val="windowText" lastClr="000000"/>
                </a:solidFill>
              </a:ln>
              <a:solidFill>
                <a:schemeClr val="bg1"/>
              </a:solidFill>
              <a:effectLst>
                <a:outerShdw blurRad="50800" dist="50800" dir="5400000" algn="ctr" rotWithShape="0">
                  <a:schemeClr val="bg1"/>
                </a:outerShdw>
              </a:effectLst>
              <a:latin typeface="Arial Black" panose="020B0A04020102020204" pitchFamily="34" charset="0"/>
              <a:ea typeface="Arial Black" charset="0"/>
              <a:cs typeface="Arial Black" charset="0"/>
            </a:endParaRPr>
          </a:p>
          <a:p>
            <a:pPr algn="ctr"/>
            <a:r>
              <a:rPr lang="en-US" sz="2800" b="1" dirty="0">
                <a:ln>
                  <a:solidFill>
                    <a:sysClr val="windowText" lastClr="000000"/>
                  </a:solidFill>
                </a:ln>
                <a:solidFill>
                  <a:schemeClr val="bg1"/>
                </a:solidFill>
                <a:latin typeface="Arial Black" panose="020B0A04020102020204" pitchFamily="34" charset="0"/>
              </a:rPr>
              <a:t>Cantor: </a:t>
            </a:r>
          </a:p>
          <a:p>
            <a:pPr algn="ctr"/>
            <a:r>
              <a:rPr lang="en-US" sz="2800" b="0" i="0" dirty="0">
                <a:ln>
                  <a:solidFill>
                    <a:sysClr val="windowText" lastClr="000000"/>
                  </a:solidFill>
                </a:ln>
                <a:solidFill>
                  <a:schemeClr val="bg1"/>
                </a:solidFill>
                <a:effectLst/>
                <a:latin typeface="Arial Black" panose="020B0A04020102020204" pitchFamily="34" charset="0"/>
              </a:rPr>
              <a:t>Now the ruler of the world will be driven out, says the Lord;</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and when I am lifted up from the earth, I will draw everyone to myself.</a:t>
            </a:r>
            <a:endParaRPr lang="en-US" sz="2800" dirty="0">
              <a:ln>
                <a:solidFill>
                  <a:sysClr val="windowText" lastClr="000000"/>
                </a:solidFill>
              </a:ln>
              <a:solidFill>
                <a:schemeClr val="bg1"/>
              </a:solidFill>
              <a:latin typeface="Arial Black" panose="020B0A04020102020204" pitchFamily="34" charset="0"/>
            </a:endParaRPr>
          </a:p>
          <a:p>
            <a:pPr algn="ctr"/>
            <a:endParaRPr lang="en-US" sz="2800" dirty="0">
              <a:ln>
                <a:solidFill>
                  <a:sysClr val="windowText" lastClr="000000"/>
                </a:solidFill>
              </a:ln>
              <a:solidFill>
                <a:schemeClr val="bg1"/>
              </a:solidFill>
              <a:latin typeface="Arial Black" panose="020B0A04020102020204" pitchFamily="34" charset="0"/>
            </a:endParaRPr>
          </a:p>
          <a:p>
            <a:pPr algn="ctr"/>
            <a:r>
              <a:rPr lang="en-US" sz="2800" dirty="0">
                <a:ln>
                  <a:solidFill>
                    <a:sysClr val="windowText" lastClr="000000"/>
                  </a:solidFill>
                </a:ln>
                <a:solidFill>
                  <a:schemeClr val="bg1"/>
                </a:solidFill>
                <a:latin typeface="Arial Black" panose="020B0A04020102020204" pitchFamily="34" charset="0"/>
              </a:rPr>
              <a:t>All (2x): Alleluia, alleluia, alleluia</a:t>
            </a:r>
          </a:p>
        </p:txBody>
      </p:sp>
    </p:spTree>
    <p:extLst>
      <p:ext uri="{BB962C8B-B14F-4D97-AF65-F5344CB8AC3E}">
        <p14:creationId xmlns:p14="http://schemas.microsoft.com/office/powerpoint/2010/main" val="207868135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E5093ECC-8BEB-4546-A80D-0B4887662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text&#10;&#10;Description automatically generated">
            <a:extLst>
              <a:ext uri="{FF2B5EF4-FFF2-40B4-BE49-F238E27FC236}">
                <a16:creationId xmlns:a16="http://schemas.microsoft.com/office/drawing/2014/main" id="{6685EBF4-A124-4CBD-A48E-187F6ADB5FA0}"/>
              </a:ext>
            </a:extLst>
          </p:cNvPr>
          <p:cNvPicPr>
            <a:picLocks noChangeAspect="1"/>
          </p:cNvPicPr>
          <p:nvPr/>
        </p:nvPicPr>
        <p:blipFill rotWithShape="1">
          <a:blip r:embed="rId3"/>
          <a:srcRect t="19206"/>
          <a:stretch/>
        </p:blipFill>
        <p:spPr>
          <a:xfrm>
            <a:off x="684575" y="685800"/>
            <a:ext cx="10821625" cy="5486400"/>
          </a:xfrm>
          <a:prstGeom prst="rect">
            <a:avLst/>
          </a:prstGeom>
        </p:spPr>
      </p:pic>
    </p:spTree>
    <p:extLst>
      <p:ext uri="{BB962C8B-B14F-4D97-AF65-F5344CB8AC3E}">
        <p14:creationId xmlns:p14="http://schemas.microsoft.com/office/powerpoint/2010/main" val="3266525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873375" y="1269591"/>
            <a:ext cx="8487533" cy="1279434"/>
          </a:xfrm>
          <a:prstGeom prst="rect">
            <a:avLst/>
          </a:prstGeom>
        </p:spPr>
        <p:txBody>
          <a:bodyPr vert="horz" lIns="38099" tIns="0" rIns="38099" bIns="0" anchor="b">
            <a:noAutofit/>
          </a:bodyPr>
          <a:lstStyle/>
          <a:p>
            <a:pPr algn="ctr" defTabSz="535747">
              <a:spcBef>
                <a:spcPct val="0"/>
              </a:spcBef>
              <a:defRPr/>
            </a:pPr>
            <a:r>
              <a:rPr lang="en-US" sz="3200" cap="all" dirty="0">
                <a:ln w="6350">
                  <a:solidFill>
                    <a:sysClr val="windowText" lastClr="000000"/>
                  </a:solidFill>
                </a:ln>
                <a:solidFill>
                  <a:schemeClr val="bg1"/>
                </a:solidFill>
                <a:latin typeface="Arial Black"/>
                <a:ea typeface="+mj-ea"/>
                <a:cs typeface="Arial Black"/>
              </a:rPr>
              <a:t>A Reading from the holy gospel</a:t>
            </a:r>
          </a:p>
          <a:p>
            <a:pPr algn="ctr" defTabSz="535747">
              <a:spcBef>
                <a:spcPct val="0"/>
              </a:spcBef>
              <a:defRPr/>
            </a:pPr>
            <a:endParaRPr lang="en-US" sz="3200" cap="all" dirty="0">
              <a:ln w="6350">
                <a:solidFill>
                  <a:sysClr val="windowText" lastClr="000000"/>
                </a:solidFill>
              </a:ln>
              <a:solidFill>
                <a:schemeClr val="bg1"/>
              </a:solidFill>
              <a:latin typeface="Arial Black"/>
              <a:ea typeface="+mj-ea"/>
              <a:cs typeface="Arial Black"/>
            </a:endParaRPr>
          </a:p>
          <a:p>
            <a:pPr algn="ctr" defTabSz="535747">
              <a:spcBef>
                <a:spcPct val="0"/>
              </a:spcBef>
              <a:defRPr/>
            </a:pPr>
            <a:r>
              <a:rPr lang="en-US" sz="3200" cap="all" dirty="0">
                <a:ln w="6350">
                  <a:solidFill>
                    <a:sysClr val="windowText" lastClr="000000"/>
                  </a:solidFill>
                </a:ln>
                <a:solidFill>
                  <a:schemeClr val="bg1"/>
                </a:solidFill>
                <a:latin typeface="Arial Black"/>
                <a:ea typeface="+mj-ea"/>
                <a:cs typeface="Arial Black"/>
              </a:rPr>
              <a:t> according to mark</a:t>
            </a:r>
          </a:p>
        </p:txBody>
      </p:sp>
      <p:sp>
        <p:nvSpPr>
          <p:cNvPr id="4" name="Text Placeholder 2"/>
          <p:cNvSpPr txBox="1">
            <a:spLocks/>
          </p:cNvSpPr>
          <p:nvPr/>
        </p:nvSpPr>
        <p:spPr>
          <a:xfrm>
            <a:off x="4876800" y="3379299"/>
            <a:ext cx="2209800" cy="388471"/>
          </a:xfrm>
          <a:prstGeom prst="rect">
            <a:avLst/>
          </a:prstGeom>
        </p:spPr>
        <p:txBody>
          <a:bodyPr vert="horz" lIns="76199" tIns="38099" rIns="76199" bIns="38099">
            <a:noAutofit/>
          </a:bodyPr>
          <a:lstStyle/>
          <a:p>
            <a:r>
              <a:rPr lang="en-US" sz="2800" dirty="0">
                <a:ln>
                  <a:solidFill>
                    <a:sysClr val="windowText" lastClr="000000"/>
                  </a:solidFill>
                </a:ln>
                <a:solidFill>
                  <a:schemeClr val="bg1"/>
                </a:solidFill>
                <a:latin typeface="Arial Black" panose="020B0A04020102020204" pitchFamily="34" charset="0"/>
              </a:rPr>
              <a:t>3:20-35</a:t>
            </a:r>
          </a:p>
        </p:txBody>
      </p:sp>
    </p:spTree>
    <p:extLst>
      <p:ext uri="{BB962C8B-B14F-4D97-AF65-F5344CB8AC3E}">
        <p14:creationId xmlns:p14="http://schemas.microsoft.com/office/powerpoint/2010/main" val="41278863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7680" y="366624"/>
            <a:ext cx="11216640" cy="6124754"/>
          </a:xfrm>
          <a:prstGeom prst="rect">
            <a:avLst/>
          </a:prstGeom>
        </p:spPr>
        <p:txBody>
          <a:bodyPr wrap="square">
            <a:spAutoFit/>
          </a:bodyPr>
          <a:lstStyle/>
          <a:p>
            <a:r>
              <a:rPr lang="en-US" sz="2800" b="0" i="0" dirty="0">
                <a:ln>
                  <a:solidFill>
                    <a:sysClr val="windowText" lastClr="000000"/>
                  </a:solidFill>
                </a:ln>
                <a:solidFill>
                  <a:schemeClr val="bg1"/>
                </a:solidFill>
                <a:effectLst/>
                <a:latin typeface="Arial Black" panose="020B0A04020102020204" pitchFamily="34" charset="0"/>
              </a:rPr>
              <a:t>Jesus came home with his disciples. Again the crowd gathered, making it impossible for them even to eat.</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When his relatives heard of this they set out to seize him, for they said, "He is out of his mind."</a:t>
            </a:r>
            <a:r>
              <a:rPr lang="en-US" sz="2800" dirty="0">
                <a:ln>
                  <a:solidFill>
                    <a:sysClr val="windowText" lastClr="000000"/>
                  </a:solidFill>
                </a:ln>
                <a:solidFill>
                  <a:schemeClr val="bg1"/>
                </a:solidFill>
                <a:latin typeface="Arial Black" panose="020B0A04020102020204" pitchFamily="34" charset="0"/>
              </a:rPr>
              <a:t> </a:t>
            </a:r>
            <a:r>
              <a:rPr lang="en-US" sz="2800" b="0" i="0" dirty="0">
                <a:ln>
                  <a:solidFill>
                    <a:sysClr val="windowText" lastClr="000000"/>
                  </a:solidFill>
                </a:ln>
                <a:solidFill>
                  <a:schemeClr val="bg1"/>
                </a:solidFill>
                <a:effectLst/>
                <a:latin typeface="Arial Black" panose="020B0A04020102020204" pitchFamily="34" charset="0"/>
              </a:rPr>
              <a:t>The scribes who had come from Jerusalem said, "He is possessed by </a:t>
            </a:r>
            <a:r>
              <a:rPr lang="en-US" sz="2800" b="0" i="0" dirty="0" err="1">
                <a:ln>
                  <a:solidFill>
                    <a:sysClr val="windowText" lastClr="000000"/>
                  </a:solidFill>
                </a:ln>
                <a:solidFill>
                  <a:schemeClr val="bg1"/>
                </a:solidFill>
                <a:effectLst/>
                <a:latin typeface="Arial Black" panose="020B0A04020102020204" pitchFamily="34" charset="0"/>
              </a:rPr>
              <a:t>Beelzebul</a:t>
            </a:r>
            <a:r>
              <a:rPr lang="en-US" sz="2800" b="0" i="0" dirty="0">
                <a:ln>
                  <a:solidFill>
                    <a:sysClr val="windowText" lastClr="000000"/>
                  </a:solidFill>
                </a:ln>
                <a:solidFill>
                  <a:schemeClr val="bg1"/>
                </a:solidFill>
                <a:effectLst/>
                <a:latin typeface="Arial Black" panose="020B0A04020102020204" pitchFamily="34" charset="0"/>
              </a:rPr>
              <a:t>,"</a:t>
            </a:r>
            <a:r>
              <a:rPr lang="en-US" sz="2800" dirty="0">
                <a:ln>
                  <a:solidFill>
                    <a:sysClr val="windowText" lastClr="000000"/>
                  </a:solidFill>
                </a:ln>
                <a:solidFill>
                  <a:schemeClr val="bg1"/>
                </a:solidFill>
                <a:latin typeface="Arial Black" panose="020B0A04020102020204" pitchFamily="34" charset="0"/>
              </a:rPr>
              <a:t> </a:t>
            </a:r>
            <a:r>
              <a:rPr lang="en-US" sz="2800" b="0" i="0" dirty="0">
                <a:ln>
                  <a:solidFill>
                    <a:sysClr val="windowText" lastClr="000000"/>
                  </a:solidFill>
                </a:ln>
                <a:solidFill>
                  <a:schemeClr val="bg1"/>
                </a:solidFill>
                <a:effectLst/>
                <a:latin typeface="Arial Black" panose="020B0A04020102020204" pitchFamily="34" charset="0"/>
              </a:rPr>
              <a:t>and "By the prince of demons he drives out demons."</a:t>
            </a:r>
            <a:br>
              <a:rPr lang="en-US" sz="2800" dirty="0">
                <a:ln>
                  <a:solidFill>
                    <a:sysClr val="windowText" lastClr="000000"/>
                  </a:solidFill>
                </a:ln>
                <a:solidFill>
                  <a:schemeClr val="bg1"/>
                </a:solidFill>
                <a:latin typeface="Arial Black" panose="020B0A04020102020204" pitchFamily="34" charset="0"/>
              </a:rPr>
            </a:b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Summoning them, he began to speak to them in parables, "How can Satan drive out Satan? If a kingdom is divided against itself, that kingdom cannot stand.</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And if a house is divided against itself, that house will not be able to stand. And if Satan has risen up against himself and is divided, he cannot stand; that is the end</a:t>
            </a:r>
            <a:endParaRPr lang="en-US" sz="2600" dirty="0">
              <a:ln>
                <a:solidFill>
                  <a:sysClr val="windowText" lastClr="000000"/>
                </a:solidFill>
              </a:ln>
              <a:solidFill>
                <a:schemeClr val="bg1"/>
              </a:solidFill>
              <a:latin typeface="Arial Black" panose="020B0A04020102020204" pitchFamily="34" charset="0"/>
            </a:endParaRPr>
          </a:p>
        </p:txBody>
      </p:sp>
    </p:spTree>
    <p:extLst>
      <p:ext uri="{BB962C8B-B14F-4D97-AF65-F5344CB8AC3E}">
        <p14:creationId xmlns:p14="http://schemas.microsoft.com/office/powerpoint/2010/main" val="304231769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7680" y="366624"/>
            <a:ext cx="11216640" cy="5693866"/>
          </a:xfrm>
          <a:prstGeom prst="rect">
            <a:avLst/>
          </a:prstGeom>
        </p:spPr>
        <p:txBody>
          <a:bodyPr wrap="square">
            <a:spAutoFit/>
          </a:bodyPr>
          <a:lstStyle/>
          <a:p>
            <a:r>
              <a:rPr lang="en-US" sz="2800" b="0" i="0" dirty="0">
                <a:ln>
                  <a:solidFill>
                    <a:sysClr val="windowText" lastClr="000000"/>
                  </a:solidFill>
                </a:ln>
                <a:solidFill>
                  <a:schemeClr val="bg1"/>
                </a:solidFill>
                <a:effectLst/>
                <a:latin typeface="Arial Black" panose="020B0A04020102020204" pitchFamily="34" charset="0"/>
              </a:rPr>
              <a:t>of him. But no one can enter a strong man's house to plunder his property unless he first ties up the strong man. Then he can plunder the house. Amen, I say to you,</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all sins and all blasphemies that people utter will be</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forgiven them. But whoever blasphemes against the Holy Spirit will never have forgiveness, but is guilty of an everlasting sin."</a:t>
            </a:r>
            <a:r>
              <a:rPr lang="en-US" sz="2800" dirty="0">
                <a:ln>
                  <a:solidFill>
                    <a:sysClr val="windowText" lastClr="000000"/>
                  </a:solidFill>
                </a:ln>
                <a:solidFill>
                  <a:schemeClr val="bg1"/>
                </a:solidFill>
                <a:latin typeface="Arial Black" panose="020B0A04020102020204" pitchFamily="34" charset="0"/>
              </a:rPr>
              <a:t> </a:t>
            </a:r>
            <a:r>
              <a:rPr lang="en-US" sz="2800" b="0" i="0" dirty="0">
                <a:ln>
                  <a:solidFill>
                    <a:sysClr val="windowText" lastClr="000000"/>
                  </a:solidFill>
                </a:ln>
                <a:solidFill>
                  <a:schemeClr val="bg1"/>
                </a:solidFill>
                <a:effectLst/>
                <a:latin typeface="Arial Black" panose="020B0A04020102020204" pitchFamily="34" charset="0"/>
              </a:rPr>
              <a:t>For they had said, "He has an unclean spirit."</a:t>
            </a:r>
            <a:br>
              <a:rPr lang="en-US" sz="2800" dirty="0">
                <a:ln>
                  <a:solidFill>
                    <a:sysClr val="windowText" lastClr="000000"/>
                  </a:solidFill>
                </a:ln>
                <a:solidFill>
                  <a:schemeClr val="bg1"/>
                </a:solidFill>
                <a:latin typeface="Arial Black" panose="020B0A04020102020204" pitchFamily="34" charset="0"/>
              </a:rPr>
            </a:b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His mother and his brothers arrived. Standing outside they sent word to him and called him. A crowd seated around him told him, "Your mother and your brothers and your sisters are outside asking for you."</a:t>
            </a:r>
            <a:r>
              <a:rPr lang="en-US" sz="2800" dirty="0">
                <a:ln>
                  <a:solidFill>
                    <a:sysClr val="windowText" lastClr="000000"/>
                  </a:solidFill>
                </a:ln>
                <a:solidFill>
                  <a:schemeClr val="bg1"/>
                </a:solidFill>
                <a:latin typeface="Arial Black" panose="020B0A04020102020204" pitchFamily="34" charset="0"/>
              </a:rPr>
              <a:t> </a:t>
            </a:r>
            <a:r>
              <a:rPr lang="en-US" sz="2800" b="0" i="0" dirty="0">
                <a:ln>
                  <a:solidFill>
                    <a:sysClr val="windowText" lastClr="000000"/>
                  </a:solidFill>
                </a:ln>
                <a:solidFill>
                  <a:schemeClr val="bg1"/>
                </a:solidFill>
                <a:effectLst/>
                <a:latin typeface="Arial Black" panose="020B0A04020102020204" pitchFamily="34" charset="0"/>
              </a:rPr>
              <a:t>But he said</a:t>
            </a:r>
            <a:endParaRPr lang="en-US" sz="2600" dirty="0">
              <a:ln>
                <a:solidFill>
                  <a:sysClr val="windowText" lastClr="000000"/>
                </a:solidFill>
              </a:ln>
              <a:solidFill>
                <a:schemeClr val="bg1"/>
              </a:solidFill>
              <a:latin typeface="Arial Black" panose="020B0A04020102020204" pitchFamily="34" charset="0"/>
            </a:endParaRPr>
          </a:p>
        </p:txBody>
      </p:sp>
    </p:spTree>
    <p:extLst>
      <p:ext uri="{BB962C8B-B14F-4D97-AF65-F5344CB8AC3E}">
        <p14:creationId xmlns:p14="http://schemas.microsoft.com/office/powerpoint/2010/main" val="2888245733"/>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7680" y="1253315"/>
            <a:ext cx="11216640" cy="1815882"/>
          </a:xfrm>
          <a:prstGeom prst="rect">
            <a:avLst/>
          </a:prstGeom>
        </p:spPr>
        <p:txBody>
          <a:bodyPr wrap="square">
            <a:spAutoFit/>
          </a:bodyPr>
          <a:lstStyle/>
          <a:p>
            <a:r>
              <a:rPr lang="en-US" sz="2800" b="0" i="0" dirty="0">
                <a:ln>
                  <a:solidFill>
                    <a:sysClr val="windowText" lastClr="000000"/>
                  </a:solidFill>
                </a:ln>
                <a:solidFill>
                  <a:schemeClr val="bg1"/>
                </a:solidFill>
                <a:effectLst/>
                <a:latin typeface="Arial Black" panose="020B0A04020102020204" pitchFamily="34" charset="0"/>
              </a:rPr>
              <a:t>to them in reply, "Who are my mother and my brothers?"</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And looking around at those seated in the circle he said,</a:t>
            </a:r>
            <a:br>
              <a:rPr lang="en-US" sz="2800" dirty="0">
                <a:ln>
                  <a:solidFill>
                    <a:sysClr val="windowText" lastClr="000000"/>
                  </a:solidFill>
                </a:ln>
                <a:solidFill>
                  <a:schemeClr val="bg1"/>
                </a:solidFill>
                <a:latin typeface="Arial Black" panose="020B0A04020102020204" pitchFamily="34" charset="0"/>
              </a:rPr>
            </a:br>
            <a:r>
              <a:rPr lang="en-US" sz="2800" b="0" i="0" dirty="0">
                <a:ln>
                  <a:solidFill>
                    <a:sysClr val="windowText" lastClr="000000"/>
                  </a:solidFill>
                </a:ln>
                <a:solidFill>
                  <a:schemeClr val="bg1"/>
                </a:solidFill>
                <a:effectLst/>
                <a:latin typeface="Arial Black" panose="020B0A04020102020204" pitchFamily="34" charset="0"/>
              </a:rPr>
              <a:t>"Here are my mother and my brothers. For whoever does the will of God is my brother and sister and mother."</a:t>
            </a:r>
            <a:endParaRPr lang="en-US" sz="2600" dirty="0">
              <a:ln>
                <a:solidFill>
                  <a:sysClr val="windowText" lastClr="000000"/>
                </a:solidFill>
              </a:ln>
              <a:solidFill>
                <a:schemeClr val="bg1"/>
              </a:solidFill>
              <a:latin typeface="Arial Black" panose="020B0A04020102020204" pitchFamily="34" charset="0"/>
            </a:endParaRPr>
          </a:p>
        </p:txBody>
      </p:sp>
    </p:spTree>
    <p:extLst>
      <p:ext uri="{BB962C8B-B14F-4D97-AF65-F5344CB8AC3E}">
        <p14:creationId xmlns:p14="http://schemas.microsoft.com/office/powerpoint/2010/main" val="99324943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31300" y="1947928"/>
            <a:ext cx="8694295" cy="2308324"/>
          </a:xfrm>
          <a:prstGeom prst="rect">
            <a:avLst/>
          </a:prstGeom>
        </p:spPr>
        <p:txBody>
          <a:bodyPr wrap="square">
            <a:spAutoFit/>
          </a:bodyPr>
          <a:lstStyle/>
          <a:p>
            <a:pPr algn="ctr"/>
            <a:r>
              <a:rPr lang="en-US" sz="3600" dirty="0">
                <a:ln>
                  <a:solidFill>
                    <a:sysClr val="windowText" lastClr="000000"/>
                  </a:solidFill>
                </a:ln>
                <a:solidFill>
                  <a:schemeClr val="bg1"/>
                </a:solidFill>
                <a:latin typeface="Arial Black" panose="020B0A04020102020204" pitchFamily="34" charset="0"/>
              </a:rPr>
              <a:t>The Gospel of the Lord. </a:t>
            </a:r>
          </a:p>
          <a:p>
            <a:pPr algn="ctr"/>
            <a:endParaRPr lang="en-US" sz="3600" dirty="0">
              <a:ln>
                <a:solidFill>
                  <a:sysClr val="windowText" lastClr="000000"/>
                </a:solidFill>
              </a:ln>
              <a:solidFill>
                <a:schemeClr val="bg1"/>
              </a:solidFill>
              <a:latin typeface="Arial Black" panose="020B0A04020102020204" pitchFamily="34" charset="0"/>
            </a:endParaRPr>
          </a:p>
          <a:p>
            <a:pPr algn="ctr"/>
            <a:endParaRPr lang="en-US" sz="3600" dirty="0">
              <a:ln>
                <a:solidFill>
                  <a:sysClr val="windowText" lastClr="000000"/>
                </a:solidFill>
              </a:ln>
              <a:solidFill>
                <a:schemeClr val="bg1"/>
              </a:solidFill>
              <a:latin typeface="Arial Black" panose="020B0A04020102020204" pitchFamily="34" charset="0"/>
            </a:endParaRPr>
          </a:p>
          <a:p>
            <a:pPr algn="ctr"/>
            <a:r>
              <a:rPr lang="en-US" sz="3600" dirty="0">
                <a:ln>
                  <a:solidFill>
                    <a:sysClr val="windowText" lastClr="000000"/>
                  </a:solidFill>
                </a:ln>
                <a:solidFill>
                  <a:schemeClr val="bg1"/>
                </a:solidFill>
                <a:latin typeface="Arial Black" panose="020B0A04020102020204" pitchFamily="34" charset="0"/>
              </a:rPr>
              <a:t>Praise to you Lord, Jesus Christ.</a:t>
            </a:r>
          </a:p>
        </p:txBody>
      </p:sp>
    </p:spTree>
    <p:extLst>
      <p:ext uri="{BB962C8B-B14F-4D97-AF65-F5344CB8AC3E}">
        <p14:creationId xmlns:p14="http://schemas.microsoft.com/office/powerpoint/2010/main" val="31004051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3DAD86CA-8235-409B-982B-5E7A033E2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9F234FBA-3501-47B4-AE0C-AA4AFBC8F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5" name="Rectangle 1034">
            <a:extLst>
              <a:ext uri="{FF2B5EF4-FFF2-40B4-BE49-F238E27FC236}">
                <a16:creationId xmlns:a16="http://schemas.microsoft.com/office/drawing/2014/main" id="{B5EF893B-0491-416E-9D33-BADE96007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House divided” Mark 3:20-35 | The Kingdom @ Glandore-Underdale">
            <a:extLst>
              <a:ext uri="{FF2B5EF4-FFF2-40B4-BE49-F238E27FC236}">
                <a16:creationId xmlns:a16="http://schemas.microsoft.com/office/drawing/2014/main" id="{48C8F87D-14FE-52AA-14D4-DC640D5CE20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0573" b="4972"/>
          <a:stretch/>
        </p:blipFill>
        <p:spPr bwMode="auto">
          <a:xfrm>
            <a:off x="838200" y="754148"/>
            <a:ext cx="10515600" cy="4995575"/>
          </a:xfrm>
          <a:prstGeom prst="rect">
            <a:avLst/>
          </a:prstGeom>
          <a:noFill/>
          <a:extLst>
            <a:ext uri="{909E8E84-426E-40DD-AFC4-6F175D3DCCD1}">
              <a14:hiddenFill xmlns:a14="http://schemas.microsoft.com/office/drawing/2010/main">
                <a:solidFill>
                  <a:srgbClr val="FFFFFF"/>
                </a:solidFill>
              </a14:hiddenFill>
            </a:ext>
          </a:extLst>
        </p:spPr>
      </p:pic>
      <p:cxnSp>
        <p:nvCxnSpPr>
          <p:cNvPr id="1037" name="Straight Connector 1036">
            <a:extLst>
              <a:ext uri="{FF2B5EF4-FFF2-40B4-BE49-F238E27FC236}">
                <a16:creationId xmlns:a16="http://schemas.microsoft.com/office/drawing/2014/main" id="{469F4FF8-F8B0-4630-BA1B-0D8B324CD5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13934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7" name="Rectangle 2056">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CE263139-CDD4-EB60-5DA2-8F17B13E3790}"/>
              </a:ext>
            </a:extLst>
          </p:cNvPr>
          <p:cNvSpPr txBox="1"/>
          <p:nvPr/>
        </p:nvSpPr>
        <p:spPr>
          <a:xfrm>
            <a:off x="174034" y="460343"/>
            <a:ext cx="5302830" cy="5937313"/>
          </a:xfrm>
          <a:prstGeom prst="rect">
            <a:avLst/>
          </a:prstGeom>
        </p:spPr>
        <p:txBody>
          <a:bodyPr vert="horz" lIns="91440" tIns="45720" rIns="91440" bIns="45720" rtlCol="0" anchor="t">
            <a:noAutofit/>
          </a:bodyPr>
          <a:lstStyle/>
          <a:p>
            <a:pPr marL="114300" marR="0" lvl="0" indent="0" algn="l" defTabSz="914400" rtl="0" eaLnBrk="1" fontAlgn="auto" latinLnBrk="0" hangingPunct="1">
              <a:lnSpc>
                <a:spcPct val="90000"/>
              </a:lnSpc>
              <a:spcBef>
                <a:spcPts val="600"/>
              </a:spcBef>
              <a:spcAft>
                <a:spcPts val="0"/>
              </a:spcAft>
              <a:buClrTx/>
              <a:buSzTx/>
              <a:buFontTx/>
              <a:buNone/>
              <a:tabLst/>
              <a:defRPr/>
            </a:pPr>
            <a:r>
              <a:rPr kumimoji="0" lang="en-US" sz="2800" b="0" i="0" u="none" strike="noStrike" kern="1200" cap="none" spc="0" normalizeH="0" baseline="0" noProof="0" dirty="0">
                <a:ln>
                  <a:noFill/>
                </a:ln>
                <a:solidFill>
                  <a:srgbClr val="44546A"/>
                </a:solidFill>
                <a:effectLst/>
                <a:uLnTx/>
                <a:uFillTx/>
                <a:latin typeface="Arial Black" panose="020B0A04020102020204" pitchFamily="34" charset="0"/>
                <a:ea typeface="+mn-ea"/>
                <a:cs typeface="+mn-cs"/>
              </a:rPr>
              <a:t>On Father’s Day, June 16</a:t>
            </a:r>
            <a:r>
              <a:rPr kumimoji="0" lang="en-US" sz="2800" b="0" i="0" u="none" strike="noStrike" kern="1200" cap="none" spc="0" normalizeH="0" baseline="30000" noProof="0" dirty="0">
                <a:ln>
                  <a:noFill/>
                </a:ln>
                <a:solidFill>
                  <a:srgbClr val="44546A"/>
                </a:solidFill>
                <a:effectLst/>
                <a:uLnTx/>
                <a:uFillTx/>
                <a:latin typeface="Arial Black" panose="020B0A04020102020204" pitchFamily="34" charset="0"/>
                <a:ea typeface="+mn-ea"/>
                <a:cs typeface="+mn-cs"/>
              </a:rPr>
              <a:t>th</a:t>
            </a:r>
            <a:r>
              <a:rPr kumimoji="0" lang="en-US" sz="2800" b="0" i="0" u="none" strike="noStrike" kern="1200" cap="none" spc="0" normalizeH="0" baseline="0" noProof="0" dirty="0">
                <a:ln>
                  <a:noFill/>
                </a:ln>
                <a:solidFill>
                  <a:srgbClr val="44546A"/>
                </a:solidFill>
                <a:effectLst/>
                <a:uLnTx/>
                <a:uFillTx/>
                <a:latin typeface="Arial Black" panose="020B0A04020102020204" pitchFamily="34" charset="0"/>
                <a:ea typeface="+mn-ea"/>
                <a:cs typeface="+mn-cs"/>
              </a:rPr>
              <a:t>, parishes throughout the Diocese of San Bernardino will make an appeal for the forty-two retired priests who have served the diocese faithfully. Your generosity to this appeal helps to continue building the endowment fund to provide for future needs to support the retired priests! Thank you.</a:t>
            </a:r>
          </a:p>
        </p:txBody>
      </p:sp>
      <p:grpSp>
        <p:nvGrpSpPr>
          <p:cNvPr id="2059" name="Group 2058">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2060" name="Freeform: Shape 2059">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1" name="Freeform: Shape 2060">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2" name="Freeform: Shape 2061">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3" name="Freeform: Shape 2062">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2050" name="Picture 2" descr="Retired Priests | Mission Support">
            <a:extLst>
              <a:ext uri="{FF2B5EF4-FFF2-40B4-BE49-F238E27FC236}">
                <a16:creationId xmlns:a16="http://schemas.microsoft.com/office/drawing/2014/main" id="{D6C20744-1027-9EAE-117D-FBF431AA4E7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708392" y="2855214"/>
            <a:ext cx="4142232" cy="2071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21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Prayers for Dad! | Thomas Aquinas College">
            <a:extLst>
              <a:ext uri="{FF2B5EF4-FFF2-40B4-BE49-F238E27FC236}">
                <a16:creationId xmlns:a16="http://schemas.microsoft.com/office/drawing/2014/main" id="{E2F14910-0312-E62C-EFCF-98074354DC4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66422" y="1061585"/>
            <a:ext cx="10459156" cy="2013387"/>
          </a:xfrm>
          <a:prstGeom prst="rect">
            <a:avLst/>
          </a:prstGeom>
          <a:noFill/>
          <a:extLst>
            <a:ext uri="{909E8E84-426E-40DD-AFC4-6F175D3DCCD1}">
              <a14:hiddenFill xmlns:a14="http://schemas.microsoft.com/office/drawing/2010/main">
                <a:solidFill>
                  <a:srgbClr val="FFFFFF"/>
                </a:solidFill>
              </a14:hiddenFill>
            </a:ext>
          </a:extLst>
        </p:spPr>
      </p:pic>
      <p:cxnSp>
        <p:nvCxnSpPr>
          <p:cNvPr id="2055" name="Straight Connector 2054">
            <a:extLst>
              <a:ext uri="{FF2B5EF4-FFF2-40B4-BE49-F238E27FC236}">
                <a16:creationId xmlns:a16="http://schemas.microsoft.com/office/drawing/2014/main" id="{B7952C56-EE0E-C94A-9A44-E17DD73E84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6300" y="394327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FA6D5EE-E23F-6006-D7A5-03F0333F940F}"/>
              </a:ext>
            </a:extLst>
          </p:cNvPr>
          <p:cNvSpPr txBox="1"/>
          <p:nvPr/>
        </p:nvSpPr>
        <p:spPr>
          <a:xfrm>
            <a:off x="620786" y="3552881"/>
            <a:ext cx="11283192" cy="2384552"/>
          </a:xfrm>
          <a:prstGeom prst="rect">
            <a:avLst/>
          </a:prstGeom>
        </p:spPr>
        <p:txBody>
          <a:bodyPr vert="horz" lIns="91440" tIns="45720" rIns="91440" bIns="45720" rtlCol="0">
            <a:noAutofit/>
          </a:bodyPr>
          <a:lstStyle/>
          <a:p>
            <a:pPr marL="228600" marR="0">
              <a:spcBef>
                <a:spcPts val="600"/>
              </a:spcBef>
              <a:spcAft>
                <a:spcPts val="0"/>
              </a:spcAft>
            </a:pPr>
            <a:r>
              <a:rPr lang="en-US" sz="2800" kern="1400" dirty="0">
                <a:solidFill>
                  <a:srgbClr val="000000"/>
                </a:solidFill>
                <a:effectLst/>
                <a:latin typeface="Arial Black" panose="020B0A04020102020204" pitchFamily="34" charset="0"/>
                <a:ea typeface="Times New Roman" panose="02020603050405020304" pitchFamily="18" charset="0"/>
              </a:rPr>
              <a:t>Give a gift of spiritual blessings by enrolling your father, grandfather, godfather, husband, or any father in your life, whether living or deceased in the Father’s Day Novena of Masses. They will be remembered at the altar as we celebrate Mass for their intentions for nine consecutive days beginning on Monday, June 17.</a:t>
            </a:r>
          </a:p>
        </p:txBody>
      </p:sp>
    </p:spTree>
    <p:extLst>
      <p:ext uri="{BB962C8B-B14F-4D97-AF65-F5344CB8AC3E}">
        <p14:creationId xmlns:p14="http://schemas.microsoft.com/office/powerpoint/2010/main" val="36268723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Rectangle 205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2" name="Rectangle 2051">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A64E3DC-6D2D-F16C-A272-DEF46BE7AEB3}"/>
              </a:ext>
            </a:extLst>
          </p:cNvPr>
          <p:cNvSpPr txBox="1"/>
          <p:nvPr/>
        </p:nvSpPr>
        <p:spPr>
          <a:xfrm>
            <a:off x="301925" y="2599509"/>
            <a:ext cx="5022634" cy="3639450"/>
          </a:xfrm>
          <a:prstGeom prst="rect">
            <a:avLst/>
          </a:prstGeom>
        </p:spPr>
        <p:txBody>
          <a:bodyPr vert="horz" lIns="91440" tIns="45720" rIns="91440" bIns="45720" rtlCol="0" anchor="ctr">
            <a:noAutofit/>
          </a:bodyPr>
          <a:lstStyle/>
          <a:p>
            <a:pPr marL="114300" marR="0" lvl="0">
              <a:lnSpc>
                <a:spcPct val="90000"/>
              </a:lnSpc>
              <a:spcBef>
                <a:spcPts val="600"/>
              </a:spcBef>
              <a:spcAft>
                <a:spcPts val="0"/>
              </a:spcAft>
            </a:pPr>
            <a:r>
              <a:rPr lang="en-US" sz="2800" dirty="0">
                <a:effectLst/>
                <a:latin typeface="Arial Black" panose="020B0A04020102020204" pitchFamily="34" charset="0"/>
              </a:rPr>
              <a:t>Come, Receive the Holy Spirit!  Join us on Thursday, June 18 for Eucharistic Adoration of the Blessed Sacrament at 4:30PM, 6PM Holy Mass, and 7PM Individual Healing by Fr. Mike Barry.</a:t>
            </a:r>
          </a:p>
        </p:txBody>
      </p:sp>
      <p:sp>
        <p:nvSpPr>
          <p:cNvPr id="2061" name="Rectangle 2060">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Adoration | Saint Rita Church">
            <a:extLst>
              <a:ext uri="{FF2B5EF4-FFF2-40B4-BE49-F238E27FC236}">
                <a16:creationId xmlns:a16="http://schemas.microsoft.com/office/drawing/2014/main" id="{3075C169-4D7C-166F-8C9E-43F7D98FE8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9133" y="2736873"/>
            <a:ext cx="5741702" cy="32153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27608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poster with a cartoon car washing&#10;&#10;Description automatically generated">
            <a:extLst>
              <a:ext uri="{FF2B5EF4-FFF2-40B4-BE49-F238E27FC236}">
                <a16:creationId xmlns:a16="http://schemas.microsoft.com/office/drawing/2014/main" id="{6F4C7DF9-0A17-8877-CDFC-63A38F3B6428}"/>
              </a:ext>
            </a:extLst>
          </p:cNvPr>
          <p:cNvPicPr>
            <a:picLocks noChangeAspect="1"/>
          </p:cNvPicPr>
          <p:nvPr/>
        </p:nvPicPr>
        <p:blipFill rotWithShape="1">
          <a:blip r:embed="rId2">
            <a:extLst>
              <a:ext uri="{28A0092B-C50C-407E-A947-70E740481C1C}">
                <a14:useLocalDpi xmlns:a14="http://schemas.microsoft.com/office/drawing/2010/main" val="0"/>
              </a:ext>
            </a:extLst>
          </a:blip>
          <a:srcRect l="92" r="2676"/>
          <a:stretch/>
        </p:blipFill>
        <p:spPr>
          <a:xfrm>
            <a:off x="-1" y="10"/>
            <a:ext cx="5151179" cy="6857990"/>
          </a:xfrm>
          <a:prstGeom prst="rect">
            <a:avLst/>
          </a:prstGeom>
        </p:spPr>
      </p:pic>
      <p:cxnSp>
        <p:nvCxnSpPr>
          <p:cNvPr id="11" name="Straight Connector 10">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CFE4AD4-5680-F2FB-13BF-642C499AFC97}"/>
              </a:ext>
            </a:extLst>
          </p:cNvPr>
          <p:cNvSpPr txBox="1"/>
          <p:nvPr/>
        </p:nvSpPr>
        <p:spPr>
          <a:xfrm>
            <a:off x="5612235" y="1141826"/>
            <a:ext cx="6400800" cy="5477087"/>
          </a:xfrm>
          <a:prstGeom prst="rect">
            <a:avLst/>
          </a:prstGeom>
        </p:spPr>
        <p:txBody>
          <a:bodyPr vert="horz" lIns="91440" tIns="45720" rIns="91440" bIns="45720" rtlCol="0">
            <a:noAutofit/>
          </a:bodyPr>
          <a:lstStyle/>
          <a:p>
            <a:pPr marL="0" marR="0" lvl="0" indent="0" algn="l" defTabSz="914400" rtl="0" eaLnBrk="1" fontAlgn="auto" latinLnBrk="0" hangingPunct="1">
              <a:lnSpc>
                <a:spcPct val="90000"/>
              </a:lnSpc>
              <a:spcBef>
                <a:spcPts val="60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rial Black" panose="020B0A04020102020204" pitchFamily="34" charset="0"/>
                <a:ea typeface="+mn-ea"/>
                <a:cs typeface="+mn-cs"/>
              </a:rPr>
              <a:t>SEAS Youth Ministry will be having a CAR WASH FUNDRAISER, to support our youth in their efforts to fundraise for NCYC 2024, other activities, and future events, on Saturday, June 22, 2024 from 7:00am to 1pm at SEAS designated parking area.  There will be a table at the courtyard where you can buy your ticket for $10. Bring the ticket on the day of the car wash and support our event.</a:t>
            </a:r>
          </a:p>
        </p:txBody>
      </p:sp>
    </p:spTree>
    <p:extLst>
      <p:ext uri="{BB962C8B-B14F-4D97-AF65-F5344CB8AC3E}">
        <p14:creationId xmlns:p14="http://schemas.microsoft.com/office/powerpoint/2010/main" val="14760650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6644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A person in a white robe&#10;&#10;Description automatically generated">
            <a:extLst>
              <a:ext uri="{FF2B5EF4-FFF2-40B4-BE49-F238E27FC236}">
                <a16:creationId xmlns:a16="http://schemas.microsoft.com/office/drawing/2014/main" id="{E8E86D9F-80DB-4725-5D06-EB110AC2D7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4930" y="643467"/>
            <a:ext cx="10222139" cy="5571066"/>
          </a:xfrm>
          <a:prstGeom prst="rect">
            <a:avLst/>
          </a:prstGeom>
        </p:spPr>
      </p:pic>
    </p:spTree>
    <p:extLst>
      <p:ext uri="{BB962C8B-B14F-4D97-AF65-F5344CB8AC3E}">
        <p14:creationId xmlns:p14="http://schemas.microsoft.com/office/powerpoint/2010/main" val="16451861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TotalTime>
  <Words>1449</Words>
  <Application>Microsoft Office PowerPoint</Application>
  <PresentationFormat>Widescreen</PresentationFormat>
  <Paragraphs>88</Paragraphs>
  <Slides>30</Slides>
  <Notes>15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30</vt:i4>
      </vt:variant>
    </vt:vector>
  </HeadingPairs>
  <TitlesOfParts>
    <vt:vector size="36" baseType="lpstr">
      <vt:lpstr>Arial</vt:lpstr>
      <vt:lpstr>Arial Black</vt:lpstr>
      <vt:lpstr>Calibri</vt:lpstr>
      <vt:lpstr>Calibri Light</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Katherine Kantz</dc:creator>
  <cp:lastModifiedBy>Katherine Kantz</cp:lastModifiedBy>
  <cp:revision>39</cp:revision>
  <dcterms:created xsi:type="dcterms:W3CDTF">2021-04-10T15:42:03Z</dcterms:created>
  <dcterms:modified xsi:type="dcterms:W3CDTF">2024-06-08T18:21:32Z</dcterms:modified>
</cp:coreProperties>
</file>