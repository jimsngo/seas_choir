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36" r:id="rId2"/>
    <p:sldId id="337" r:id="rId3"/>
    <p:sldId id="760" r:id="rId4"/>
    <p:sldId id="339" r:id="rId5"/>
    <p:sldId id="716" r:id="rId6"/>
    <p:sldId id="709" r:id="rId7"/>
    <p:sldId id="714" r:id="rId8"/>
    <p:sldId id="761" r:id="rId9"/>
    <p:sldId id="762" r:id="rId10"/>
    <p:sldId id="717" r:id="rId11"/>
    <p:sldId id="710" r:id="rId12"/>
    <p:sldId id="711" r:id="rId13"/>
    <p:sldId id="713" r:id="rId14"/>
    <p:sldId id="718" r:id="rId15"/>
    <p:sldId id="739" r:id="rId16"/>
    <p:sldId id="719" r:id="rId17"/>
    <p:sldId id="708" r:id="rId18"/>
    <p:sldId id="712" r:id="rId19"/>
    <p:sldId id="720" r:id="rId20"/>
    <p:sldId id="723" r:id="rId21"/>
    <p:sldId id="682" r:id="rId22"/>
    <p:sldId id="898" r:id="rId23"/>
    <p:sldId id="900" r:id="rId24"/>
    <p:sldId id="901" r:id="rId25"/>
    <p:sldId id="902" r:id="rId26"/>
    <p:sldId id="904" r:id="rId27"/>
    <p:sldId id="903" r:id="rId28"/>
    <p:sldId id="75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05" autoAdjust="0"/>
    <p:restoredTop sz="94660"/>
  </p:normalViewPr>
  <p:slideViewPr>
    <p:cSldViewPr snapToGrid="0">
      <p:cViewPr varScale="1">
        <p:scale>
          <a:sx n="99" d="100"/>
          <a:sy n="99" d="100"/>
        </p:scale>
        <p:origin x="76"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A717-8733-425C-BA35-3A2CCB6225E3}" type="datetimeFigureOut">
              <a:rPr lang="en-US" smtClean="0"/>
              <a:t>5/10/2024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EFF03-BF04-48C0-8E07-2C57B7EEE6F8}" type="slidenum">
              <a:rPr lang="en-US" smtClean="0"/>
              <a:t>‹#›</a:t>
            </a:fld>
            <a:endParaRPr lang="en-US"/>
          </a:p>
        </p:txBody>
      </p:sp>
    </p:spTree>
    <p:extLst>
      <p:ext uri="{BB962C8B-B14F-4D97-AF65-F5344CB8AC3E}">
        <p14:creationId xmlns:p14="http://schemas.microsoft.com/office/powerpoint/2010/main" val="248712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the first reading</a:t>
            </a:r>
          </a:p>
        </p:txBody>
      </p:sp>
      <p:sp>
        <p:nvSpPr>
          <p:cNvPr id="4" name="Slide Number Placeholder 3"/>
          <p:cNvSpPr>
            <a:spLocks noGrp="1"/>
          </p:cNvSpPr>
          <p:nvPr>
            <p:ph type="sldNum" sz="quarter" idx="5"/>
          </p:nvPr>
        </p:nvSpPr>
        <p:spPr/>
        <p:txBody>
          <a:bodyPr/>
          <a:lstStyle/>
          <a:p>
            <a:fld id="{476CFB66-CA98-4253-AFD6-340BF832CB44}" type="slidenum">
              <a:rPr lang="en-US" smtClean="0"/>
              <a:t>1</a:t>
            </a:fld>
            <a:endParaRPr lang="en-US"/>
          </a:p>
        </p:txBody>
      </p:sp>
    </p:spTree>
    <p:extLst>
      <p:ext uri="{BB962C8B-B14F-4D97-AF65-F5344CB8AC3E}">
        <p14:creationId xmlns:p14="http://schemas.microsoft.com/office/powerpoint/2010/main" val="230370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1</a:t>
            </a:r>
            <a:r>
              <a:rPr lang="en-US" baseline="30000" dirty="0"/>
              <a:t>st</a:t>
            </a:r>
            <a:r>
              <a:rPr lang="en-US" dirty="0"/>
              <a:t> Reading and Responsorial Psalm.</a:t>
            </a:r>
          </a:p>
        </p:txBody>
      </p:sp>
      <p:sp>
        <p:nvSpPr>
          <p:cNvPr id="4" name="Slide Number Placeholder 3"/>
          <p:cNvSpPr>
            <a:spLocks noGrp="1"/>
          </p:cNvSpPr>
          <p:nvPr>
            <p:ph type="sldNum" sz="quarter" idx="5"/>
          </p:nvPr>
        </p:nvSpPr>
        <p:spPr/>
        <p:txBody>
          <a:bodyPr/>
          <a:lstStyle/>
          <a:p>
            <a:fld id="{740EFF03-BF04-48C0-8E07-2C57B7EEE6F8}" type="slidenum">
              <a:rPr lang="en-US" smtClean="0"/>
              <a:t>5</a:t>
            </a:fld>
            <a:endParaRPr lang="en-US"/>
          </a:p>
        </p:txBody>
      </p:sp>
    </p:spTree>
    <p:extLst>
      <p:ext uri="{BB962C8B-B14F-4D97-AF65-F5344CB8AC3E}">
        <p14:creationId xmlns:p14="http://schemas.microsoft.com/office/powerpoint/2010/main" val="2608396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Responsorial Psalm.</a:t>
            </a:r>
          </a:p>
        </p:txBody>
      </p:sp>
      <p:sp>
        <p:nvSpPr>
          <p:cNvPr id="4" name="Slide Number Placeholder 3"/>
          <p:cNvSpPr>
            <a:spLocks noGrp="1"/>
          </p:cNvSpPr>
          <p:nvPr>
            <p:ph type="sldNum" sz="quarter" idx="5"/>
          </p:nvPr>
        </p:nvSpPr>
        <p:spPr/>
        <p:txBody>
          <a:bodyPr/>
          <a:lstStyle/>
          <a:p>
            <a:fld id="{740EFF03-BF04-48C0-8E07-2C57B7EEE6F8}" type="slidenum">
              <a:rPr lang="en-US" smtClean="0"/>
              <a:t>6</a:t>
            </a:fld>
            <a:endParaRPr lang="en-US"/>
          </a:p>
        </p:txBody>
      </p:sp>
    </p:spTree>
    <p:extLst>
      <p:ext uri="{BB962C8B-B14F-4D97-AF65-F5344CB8AC3E}">
        <p14:creationId xmlns:p14="http://schemas.microsoft.com/office/powerpoint/2010/main" val="881947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7</a:t>
            </a:fld>
            <a:endParaRPr lang="en-US"/>
          </a:p>
        </p:txBody>
      </p:sp>
    </p:spTree>
    <p:extLst>
      <p:ext uri="{BB962C8B-B14F-4D97-AF65-F5344CB8AC3E}">
        <p14:creationId xmlns:p14="http://schemas.microsoft.com/office/powerpoint/2010/main" val="3074688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8</a:t>
            </a:fld>
            <a:endParaRPr lang="en-US"/>
          </a:p>
        </p:txBody>
      </p:sp>
    </p:spTree>
    <p:extLst>
      <p:ext uri="{BB962C8B-B14F-4D97-AF65-F5344CB8AC3E}">
        <p14:creationId xmlns:p14="http://schemas.microsoft.com/office/powerpoint/2010/main" val="1780927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9</a:t>
            </a:fld>
            <a:endParaRPr lang="en-US"/>
          </a:p>
        </p:txBody>
      </p:sp>
    </p:spTree>
    <p:extLst>
      <p:ext uri="{BB962C8B-B14F-4D97-AF65-F5344CB8AC3E}">
        <p14:creationId xmlns:p14="http://schemas.microsoft.com/office/powerpoint/2010/main" val="1537783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Responsorial Psalm and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fld id="{740EFF03-BF04-48C0-8E07-2C57B7EEE6F8}" type="slidenum">
              <a:rPr lang="en-US" smtClean="0"/>
              <a:t>10</a:t>
            </a:fld>
            <a:endParaRPr lang="en-US"/>
          </a:p>
        </p:txBody>
      </p:sp>
    </p:spTree>
    <p:extLst>
      <p:ext uri="{BB962C8B-B14F-4D97-AF65-F5344CB8AC3E}">
        <p14:creationId xmlns:p14="http://schemas.microsoft.com/office/powerpoint/2010/main" val="178705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fld id="{476CFB66-CA98-4253-AFD6-340BF832CB44}" type="slidenum">
              <a:rPr lang="en-US" smtClean="0"/>
              <a:t>11</a:t>
            </a:fld>
            <a:endParaRPr lang="en-US"/>
          </a:p>
        </p:txBody>
      </p:sp>
    </p:spTree>
    <p:extLst>
      <p:ext uri="{BB962C8B-B14F-4D97-AF65-F5344CB8AC3E}">
        <p14:creationId xmlns:p14="http://schemas.microsoft.com/office/powerpoint/2010/main" val="3753066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2</a:t>
            </a:r>
            <a:r>
              <a:rPr lang="en-US" baseline="30000" dirty="0"/>
              <a:t>nd</a:t>
            </a:r>
            <a:r>
              <a:rPr lang="en-US" dirty="0"/>
              <a:t> Reading and Gospel Acclamation</a:t>
            </a:r>
          </a:p>
        </p:txBody>
      </p:sp>
      <p:sp>
        <p:nvSpPr>
          <p:cNvPr id="4" name="Slide Number Placeholder 3"/>
          <p:cNvSpPr>
            <a:spLocks noGrp="1"/>
          </p:cNvSpPr>
          <p:nvPr>
            <p:ph type="sldNum" sz="quarter" idx="5"/>
          </p:nvPr>
        </p:nvSpPr>
        <p:spPr/>
        <p:txBody>
          <a:bodyPr/>
          <a:lstStyle/>
          <a:p>
            <a:fld id="{740EFF03-BF04-48C0-8E07-2C57B7EEE6F8}" type="slidenum">
              <a:rPr lang="en-US" smtClean="0"/>
              <a:t>14</a:t>
            </a:fld>
            <a:endParaRPr lang="en-US"/>
          </a:p>
        </p:txBody>
      </p:sp>
    </p:spTree>
    <p:extLst>
      <p:ext uri="{BB962C8B-B14F-4D97-AF65-F5344CB8AC3E}">
        <p14:creationId xmlns:p14="http://schemas.microsoft.com/office/powerpoint/2010/main" val="1520711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Gospel Acclamation (alleluia)</a:t>
            </a:r>
          </a:p>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15</a:t>
            </a:fld>
            <a:endParaRPr lang="en-US"/>
          </a:p>
        </p:txBody>
      </p:sp>
    </p:spTree>
    <p:extLst>
      <p:ext uri="{BB962C8B-B14F-4D97-AF65-F5344CB8AC3E}">
        <p14:creationId xmlns:p14="http://schemas.microsoft.com/office/powerpoint/2010/main" val="583524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Gospel Acclamation (alleluia) and Gospel.</a:t>
            </a:r>
          </a:p>
        </p:txBody>
      </p:sp>
      <p:sp>
        <p:nvSpPr>
          <p:cNvPr id="4" name="Slide Number Placeholder 3"/>
          <p:cNvSpPr>
            <a:spLocks noGrp="1"/>
          </p:cNvSpPr>
          <p:nvPr>
            <p:ph type="sldNum" sz="quarter" idx="5"/>
          </p:nvPr>
        </p:nvSpPr>
        <p:spPr/>
        <p:txBody>
          <a:bodyPr/>
          <a:lstStyle/>
          <a:p>
            <a:fld id="{740EFF03-BF04-48C0-8E07-2C57B7EEE6F8}" type="slidenum">
              <a:rPr lang="en-US" smtClean="0"/>
              <a:t>16</a:t>
            </a:fld>
            <a:endParaRPr lang="en-US"/>
          </a:p>
        </p:txBody>
      </p:sp>
    </p:spTree>
    <p:extLst>
      <p:ext uri="{BB962C8B-B14F-4D97-AF65-F5344CB8AC3E}">
        <p14:creationId xmlns:p14="http://schemas.microsoft.com/office/powerpoint/2010/main" val="390625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Gospel.</a:t>
            </a:r>
          </a:p>
        </p:txBody>
      </p:sp>
      <p:sp>
        <p:nvSpPr>
          <p:cNvPr id="4" name="Slide Number Placeholder 3"/>
          <p:cNvSpPr>
            <a:spLocks noGrp="1"/>
          </p:cNvSpPr>
          <p:nvPr>
            <p:ph type="sldNum" sz="quarter" idx="5"/>
          </p:nvPr>
        </p:nvSpPr>
        <p:spPr/>
        <p:txBody>
          <a:bodyPr/>
          <a:lstStyle/>
          <a:p>
            <a:fld id="{740EFF03-BF04-48C0-8E07-2C57B7EEE6F8}" type="slidenum">
              <a:rPr lang="en-US" smtClean="0"/>
              <a:t>17</a:t>
            </a:fld>
            <a:endParaRPr lang="en-US"/>
          </a:p>
        </p:txBody>
      </p:sp>
    </p:spTree>
    <p:extLst>
      <p:ext uri="{BB962C8B-B14F-4D97-AF65-F5344CB8AC3E}">
        <p14:creationId xmlns:p14="http://schemas.microsoft.com/office/powerpoint/2010/main" val="2041222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Homilly</a:t>
            </a:r>
            <a:r>
              <a:rPr lang="en-US" dirty="0"/>
              <a:t>.</a:t>
            </a:r>
          </a:p>
        </p:txBody>
      </p:sp>
      <p:sp>
        <p:nvSpPr>
          <p:cNvPr id="4" name="Slide Number Placeholder 3"/>
          <p:cNvSpPr>
            <a:spLocks noGrp="1"/>
          </p:cNvSpPr>
          <p:nvPr>
            <p:ph type="sldNum" sz="quarter" idx="5"/>
          </p:nvPr>
        </p:nvSpPr>
        <p:spPr/>
        <p:txBody>
          <a:bodyPr/>
          <a:lstStyle/>
          <a:p>
            <a:fld id="{740EFF03-BF04-48C0-8E07-2C57B7EEE6F8}" type="slidenum">
              <a:rPr lang="en-US" smtClean="0"/>
              <a:t>20</a:t>
            </a:fld>
            <a:endParaRPr lang="en-US"/>
          </a:p>
        </p:txBody>
      </p:sp>
    </p:spTree>
    <p:extLst>
      <p:ext uri="{BB962C8B-B14F-4D97-AF65-F5344CB8AC3E}">
        <p14:creationId xmlns:p14="http://schemas.microsoft.com/office/powerpoint/2010/main" val="3979149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Announcements this and following</a:t>
            </a:r>
          </a:p>
          <a:p>
            <a:endParaRPr lang="en-US" dirty="0"/>
          </a:p>
        </p:txBody>
      </p:sp>
      <p:sp>
        <p:nvSpPr>
          <p:cNvPr id="4" name="Slide Number Placeholder 3"/>
          <p:cNvSpPr>
            <a:spLocks noGrp="1"/>
          </p:cNvSpPr>
          <p:nvPr>
            <p:ph type="sldNum" sz="quarter" idx="5"/>
          </p:nvPr>
        </p:nvSpPr>
        <p:spPr/>
        <p:txBody>
          <a:bodyPr/>
          <a:lstStyle/>
          <a:p>
            <a:fld id="{17B31CFF-A4C5-4A2C-9E85-2F8B9C591B4E}" type="slidenum">
              <a:rPr lang="en-US" smtClean="0"/>
              <a:t>21</a:t>
            </a:fld>
            <a:endParaRPr lang="en-US"/>
          </a:p>
        </p:txBody>
      </p:sp>
    </p:spTree>
    <p:extLst>
      <p:ext uri="{BB962C8B-B14F-4D97-AF65-F5344CB8AC3E}">
        <p14:creationId xmlns:p14="http://schemas.microsoft.com/office/powerpoint/2010/main" val="2317445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EFF03-BF04-48C0-8E07-2C57B7EEE6F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8640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 blessing and dismissal.</a:t>
            </a:r>
          </a:p>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28</a:t>
            </a:fld>
            <a:endParaRPr lang="en-US"/>
          </a:p>
        </p:txBody>
      </p:sp>
    </p:spTree>
    <p:extLst>
      <p:ext uri="{BB962C8B-B14F-4D97-AF65-F5344CB8AC3E}">
        <p14:creationId xmlns:p14="http://schemas.microsoft.com/office/powerpoint/2010/main" val="272590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D3F6-297C-47F4-A74B-1915E5579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9F2F3D-F6AD-418E-9313-A387D44C93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0A85F-6E4C-40B5-A195-CEBA8AB064C5}"/>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E5B1E4D5-E843-47A1-957D-5BA26434A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6C69C-2E0C-4B5E-AE6D-0E6B82E1044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70107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BF49-EFBA-4002-AED7-D88B669BDD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8ACDA-97DE-46B5-A45C-C54F63CC2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59BE5-BBBF-40B7-8413-7F0770F1C71C}"/>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CD4E44A8-9CD4-47B4-831C-824373648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879E14-C2A4-49DA-86BB-16A2FBB8468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1937753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3067-5040-4CC9-8AA2-32F0A7968F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F49E6-C752-4353-A5B5-1B9C1B417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D72A15-1FEB-41E5-B895-440C797F097E}"/>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0932CFF4-78DF-4849-B157-7A57C0689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072C3-059C-4D4C-AD2B-07C5A2C2B585}"/>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418996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E570-9E8D-4B6D-BADB-2027A89241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C94E68-7858-4AAD-AF18-AD7477531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A9B6D3-E6D7-4F62-AC30-F5EA1D4C67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10A990-8A12-489B-8589-8AD21D33F3DE}"/>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6" name="Footer Placeholder 5">
            <a:extLst>
              <a:ext uri="{FF2B5EF4-FFF2-40B4-BE49-F238E27FC236}">
                <a16:creationId xmlns:a16="http://schemas.microsoft.com/office/drawing/2014/main" id="{495091C9-1678-4BF6-9B59-E685761CC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393BC-AA60-40D8-950C-9E68A708CB9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80778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EC8F-B7F8-45A1-A653-B4D9FDAE2E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1EB2AB-FF42-4EB1-804F-B8B984FFA2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82D7A6-CED0-4E35-AC03-31F320503F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EBC953-951E-4C9F-A1C2-35CB6AEDC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9CECB-E440-4069-926E-34C61A61F7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596EB-5CAF-4725-BF43-8B0B7E437AF4}"/>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8" name="Footer Placeholder 7">
            <a:extLst>
              <a:ext uri="{FF2B5EF4-FFF2-40B4-BE49-F238E27FC236}">
                <a16:creationId xmlns:a16="http://schemas.microsoft.com/office/drawing/2014/main" id="{77C4A0C3-1234-421E-A551-0CCE47F50B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F7A6A9-05F6-462F-BCDE-7610242D9891}"/>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53649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0659-18B6-472B-906F-F65BB52FEF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ED0457-E559-4714-B2C0-C0C552E54A6F}"/>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4" name="Footer Placeholder 3">
            <a:extLst>
              <a:ext uri="{FF2B5EF4-FFF2-40B4-BE49-F238E27FC236}">
                <a16:creationId xmlns:a16="http://schemas.microsoft.com/office/drawing/2014/main" id="{92E098A8-0A0B-4A4E-9E37-8371347AB9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E07D6-330E-46CA-9677-1567CE6F6C72}"/>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23860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61CB2-CB82-4E90-987D-81CF646B38EC}"/>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3" name="Footer Placeholder 2">
            <a:extLst>
              <a:ext uri="{FF2B5EF4-FFF2-40B4-BE49-F238E27FC236}">
                <a16:creationId xmlns:a16="http://schemas.microsoft.com/office/drawing/2014/main" id="{0FA371FA-B3F2-4C79-8DFF-9AA16A4B3F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6CB9A1-1149-4081-9F25-A0791B791CC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78307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204B6-C36F-4CA8-AE3E-811EB4423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6E593-223D-41EF-9471-2382AC117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E0D843-C97F-4761-AE52-54B3C7CDB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17A074-567E-442D-A245-D85DB1149134}"/>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6" name="Footer Placeholder 5">
            <a:extLst>
              <a:ext uri="{FF2B5EF4-FFF2-40B4-BE49-F238E27FC236}">
                <a16:creationId xmlns:a16="http://schemas.microsoft.com/office/drawing/2014/main" id="{77542C5B-577E-48FF-B69E-4DF97A94D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4E8B4-0613-458C-8042-DBAEB545A6C7}"/>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7104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E23-E15A-4800-9D9F-8B371E632B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2F229F-199B-4BCD-A7F3-772815CB54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F0F9F6-64EC-4F57-842D-E8B221090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D116F-0531-4732-8C58-338DC7CE7D0E}"/>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6" name="Footer Placeholder 5">
            <a:extLst>
              <a:ext uri="{FF2B5EF4-FFF2-40B4-BE49-F238E27FC236}">
                <a16:creationId xmlns:a16="http://schemas.microsoft.com/office/drawing/2014/main" id="{44A8D836-3B75-4D16-B2F3-4D15CEBEE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F1CF5-292C-4722-A4BE-688F7734B6A9}"/>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66511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B1D7A-D0F8-43D7-AE40-407BF3DD58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74FB90-C5ED-459F-9EFC-5DA2B5F87D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0B249-DE84-45C5-BD57-24107D046B33}"/>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B2828F06-F633-45FD-8818-944F11ACC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25231-D37F-431E-BC12-D6B3EEF45C5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03269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EA93B0-F16E-470C-A90B-E4900D414C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9A1796-45DC-4CF4-AF08-2954EB71A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83EE0-DC8B-4537-9164-18DDA38BBC01}"/>
              </a:ext>
            </a:extLst>
          </p:cNvPr>
          <p:cNvSpPr>
            <a:spLocks noGrp="1"/>
          </p:cNvSpPr>
          <p:nvPr>
            <p:ph type="dt" sz="half" idx="10"/>
          </p:nvPr>
        </p:nvSpPr>
        <p:spPr/>
        <p:txBody>
          <a:body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A7D73FBB-23D2-4D7A-B021-EF17F1FAC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02BCD0-3D69-4070-B373-FEC3A791DF4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55516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www.flickr.com/photos/calliope/3602954963/"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6B850-FDB7-49B1-AE80-5C81F8EB0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F5911-148D-4A85-9263-D05140550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58F34-C040-48CE-AAE8-73562D5E44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8D52E-5E76-4F17-B8E5-8FB7CFEB1C6C}" type="datetimeFigureOut">
              <a:rPr lang="en-US" smtClean="0"/>
              <a:t>5/10/2024</a:t>
            </a:fld>
            <a:endParaRPr lang="en-US"/>
          </a:p>
        </p:txBody>
      </p:sp>
      <p:sp>
        <p:nvSpPr>
          <p:cNvPr id="5" name="Footer Placeholder 4">
            <a:extLst>
              <a:ext uri="{FF2B5EF4-FFF2-40B4-BE49-F238E27FC236}">
                <a16:creationId xmlns:a16="http://schemas.microsoft.com/office/drawing/2014/main" id="{54A08963-3389-4AD7-9906-BD533B6AB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74AEF56-0FE9-4A5F-826D-4983A956F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0EF62-7E1F-4D14-A290-B1A5B056E1B1}" type="slidenum">
              <a:rPr lang="en-US" smtClean="0"/>
              <a:t>‹#›</a:t>
            </a:fld>
            <a:endParaRPr lang="en-US"/>
          </a:p>
        </p:txBody>
      </p:sp>
    </p:spTree>
    <p:extLst>
      <p:ext uri="{BB962C8B-B14F-4D97-AF65-F5344CB8AC3E}">
        <p14:creationId xmlns:p14="http://schemas.microsoft.com/office/powerpoint/2010/main" val="282080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81377" y="189023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A READING </a:t>
            </a:r>
            <a:r>
              <a:rPr lang="en-US" sz="3200" cap="all" dirty="0" err="1">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FrOM</a:t>
            </a: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 the</a:t>
            </a:r>
          </a:p>
          <a:p>
            <a:pPr algn="ctr" defTabSz="535747">
              <a:spcBef>
                <a:spcPct val="0"/>
              </a:spcBef>
              <a:defRPr/>
            </a:pP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Acts of the apostles </a:t>
            </a: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algn="ctr" defTabSz="535747">
              <a:spcBef>
                <a:spcPct val="20000"/>
              </a:spcBef>
              <a:buClr>
                <a:schemeClr val="tx1">
                  <a:shade val="95000"/>
                </a:schemeClr>
              </a:buClr>
              <a:buSzPct val="65000"/>
              <a:defRPr/>
            </a:pPr>
            <a:r>
              <a:rPr lang="en-US" sz="2800" dirty="0">
                <a:ln>
                  <a:solidFill>
                    <a:sysClr val="windowText" lastClr="000000"/>
                  </a:solidFill>
                </a:ln>
                <a:solidFill>
                  <a:sysClr val="windowText" lastClr="000000"/>
                </a:solidFill>
                <a:latin typeface="Arial Black"/>
                <a:cs typeface="Arial Black"/>
              </a:rPr>
              <a:t>1:1-11</a:t>
            </a:r>
          </a:p>
        </p:txBody>
      </p:sp>
    </p:spTree>
    <p:extLst>
      <p:ext uri="{BB962C8B-B14F-4D97-AF65-F5344CB8AC3E}">
        <p14:creationId xmlns:p14="http://schemas.microsoft.com/office/powerpoint/2010/main" val="3634747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9416" y="1141539"/>
            <a:ext cx="11216640" cy="5232202"/>
          </a:xfrm>
          <a:prstGeom prst="rect">
            <a:avLst/>
          </a:prstGeom>
        </p:spPr>
        <p:txBody>
          <a:bodyPr wrap="square">
            <a:spAutoFit/>
          </a:bodyPr>
          <a:lstStyle/>
          <a:p>
            <a:pPr algn="l" fontAlgn="base"/>
            <a:r>
              <a:rPr lang="en-US" sz="2800" b="0" i="0" dirty="0">
                <a:ln>
                  <a:solidFill>
                    <a:sysClr val="windowText" lastClr="000000"/>
                  </a:solidFill>
                </a:ln>
                <a:solidFill>
                  <a:sysClr val="windowText" lastClr="000000"/>
                </a:solidFill>
                <a:effectLst/>
                <a:latin typeface="Arial Black" panose="020B0A04020102020204" pitchFamily="34" charset="0"/>
              </a:rPr>
              <a:t>In the first book, Theophilus, I dealt with all that Jesus did and taught until the day he was taken up, after giving instructions through the Holy Spirit to the apostles whom he had chosen. He presented himself alive to them by many proofs after he had suffered,</a:t>
            </a:r>
            <a:br>
              <a:rPr lang="en-US" sz="2800" b="0" i="0" dirty="0">
                <a:ln>
                  <a:solidFill>
                    <a:sysClr val="windowText" lastClr="000000"/>
                  </a:solidFill>
                </a:ln>
                <a:solidFill>
                  <a:sysClr val="windowText" lastClr="000000"/>
                </a:solidFill>
                <a:effectLst/>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appearing to them during forty days and speaking about the kingdom of God. While meeting with them, he enjoined them not to depart from Jerusalem, but to wait for “the promise of the Father about which you have heard me speak; for John baptized with water, but in a few days you will be baptized with the Holy Spirit.”  </a:t>
            </a:r>
          </a:p>
          <a:p>
            <a:endParaRPr lang="en-US" sz="2600" dirty="0">
              <a:ln>
                <a:solidFill>
                  <a:sysClr val="windowText" lastClr="000000"/>
                </a:solidFill>
              </a:ln>
              <a:solidFill>
                <a:sysClr val="windowText" lastClr="000000"/>
              </a:solidFill>
              <a:latin typeface="Arial Black" panose="020B0A04020102020204" pitchFamily="34" charset="0"/>
            </a:endParaRPr>
          </a:p>
        </p:txBody>
      </p:sp>
    </p:spTree>
    <p:extLst>
      <p:ext uri="{BB962C8B-B14F-4D97-AF65-F5344CB8AC3E}">
        <p14:creationId xmlns:p14="http://schemas.microsoft.com/office/powerpoint/2010/main" val="60689532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888" y="151179"/>
            <a:ext cx="11670224" cy="6555641"/>
          </a:xfrm>
          <a:prstGeom prst="rect">
            <a:avLst/>
          </a:prstGeom>
        </p:spPr>
        <p:txBody>
          <a:bodyPr wrap="square">
            <a:spAutoFit/>
          </a:bodyPr>
          <a:lstStyle/>
          <a:p>
            <a:pPr algn="l" fontAlgn="base"/>
            <a:r>
              <a:rPr lang="en-US" sz="2800" b="0" i="0" dirty="0">
                <a:ln>
                  <a:solidFill>
                    <a:sysClr val="windowText" lastClr="000000"/>
                  </a:solidFill>
                </a:ln>
                <a:solidFill>
                  <a:sysClr val="windowText" lastClr="000000"/>
                </a:solidFill>
                <a:effectLst/>
                <a:latin typeface="Arial Black" panose="020B0A04020102020204" pitchFamily="34" charset="0"/>
              </a:rPr>
              <a:t>When they had gathered together they asked him, “Lord, are you at this time going to restore the kingdom to Israel?” He answered them, “It is not for you to know the times or seasons that the Father has established by his own authority. But you will receive power when the Holy Spirit comes upon you, and you will be my witnesses in Jerusalem, throughout Judea and Samaria, and to the ends of the earth.” When he had said this, as they were looking on, he was lifted up, and a cloud took him from their sight. While they were looking intently at the sky as he was going, suddenly two men dressed in white garments stood beside them. They said, “Men of Galilee, why are you standing there looking at the sky? This Jesus who has been taken up from you into heaven will return in the same way as you have seen him going into heaven.”</a:t>
            </a:r>
          </a:p>
        </p:txBody>
      </p:sp>
    </p:spTree>
    <p:extLst>
      <p:ext uri="{BB962C8B-B14F-4D97-AF65-F5344CB8AC3E}">
        <p14:creationId xmlns:p14="http://schemas.microsoft.com/office/powerpoint/2010/main" val="162920207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algn="ctr"/>
            <a:r>
              <a:rPr lang="en-US" sz="3600" dirty="0">
                <a:ln>
                  <a:solidFill>
                    <a:sysClr val="windowText" lastClr="000000"/>
                  </a:solidFill>
                </a:ln>
                <a:solidFill>
                  <a:sysClr val="windowText" lastClr="000000"/>
                </a:solidFill>
                <a:latin typeface="Arial Black" panose="020B0A04020102020204" pitchFamily="34" charset="0"/>
              </a:rPr>
              <a:t>The word of the Lord. </a:t>
            </a: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r>
              <a:rPr lang="en-US" sz="3600" dirty="0">
                <a:ln>
                  <a:solidFill>
                    <a:sysClr val="windowText" lastClr="000000"/>
                  </a:solidFill>
                </a:ln>
                <a:solidFill>
                  <a:sysClr val="windowText" lastClr="000000"/>
                </a:solidFill>
                <a:latin typeface="Arial Black" panose="020B0A04020102020204" pitchFamily="34" charset="0"/>
              </a:rPr>
              <a:t>Thanks be to God.</a:t>
            </a:r>
          </a:p>
        </p:txBody>
      </p:sp>
    </p:spTree>
    <p:extLst>
      <p:ext uri="{BB962C8B-B14F-4D97-AF65-F5344CB8AC3E}">
        <p14:creationId xmlns:p14="http://schemas.microsoft.com/office/powerpoint/2010/main" val="128983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Opened Book And Bible Background | Church backgrounds, Book flowers, Holy  spirit art">
            <a:extLst>
              <a:ext uri="{FF2B5EF4-FFF2-40B4-BE49-F238E27FC236}">
                <a16:creationId xmlns:a16="http://schemas.microsoft.com/office/drawing/2014/main" id="{F83805FC-4FA5-4159-AC7C-21846D218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62"/>
          <a:stretch/>
        </p:blipFill>
        <p:spPr bwMode="auto">
          <a:xfrm>
            <a:off x="684575" y="685800"/>
            <a:ext cx="1082162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890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286000" y="393331"/>
            <a:ext cx="7619999" cy="35634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ysClr val="windowText" lastClr="000000"/>
                </a:solidFill>
                <a:latin typeface="Arial Black"/>
                <a:cs typeface="Arial Black"/>
              </a:rPr>
              <a:t>RESPONSORIAL PSALM</a:t>
            </a:r>
          </a:p>
        </p:txBody>
      </p:sp>
      <p:sp>
        <p:nvSpPr>
          <p:cNvPr id="7" name="Text Placeholder 2"/>
          <p:cNvSpPr txBox="1">
            <a:spLocks/>
          </p:cNvSpPr>
          <p:nvPr/>
        </p:nvSpPr>
        <p:spPr>
          <a:xfrm>
            <a:off x="4580021" y="855418"/>
            <a:ext cx="3031955" cy="420503"/>
          </a:xfrm>
          <a:prstGeom prst="rect">
            <a:avLst/>
          </a:prstGeom>
        </p:spPr>
        <p:txBody>
          <a:bodyPr vert="horz" lIns="76199" tIns="38099" rIns="76199" bIns="38099">
            <a:normAutofit fontScale="55000" lnSpcReduction="20000"/>
          </a:bodyPr>
          <a:lstStyle/>
          <a:p>
            <a:r>
              <a:rPr lang="en-US" sz="3200" dirty="0">
                <a:ln>
                  <a:solidFill>
                    <a:sysClr val="windowText" lastClr="000000"/>
                  </a:solidFill>
                </a:ln>
                <a:solidFill>
                  <a:sysClr val="windowText" lastClr="000000"/>
                </a:solidFill>
                <a:latin typeface="Arial Black" panose="020B0A04020102020204" pitchFamily="34" charset="0"/>
              </a:rPr>
              <a:t>Psalm </a:t>
            </a:r>
            <a:r>
              <a:rPr lang="en-US" sz="3200" b="1" cap="small" dirty="0">
                <a:ln>
                  <a:solidFill>
                    <a:sysClr val="windowText" lastClr="000000"/>
                  </a:solidFill>
                </a:ln>
                <a:solidFill>
                  <a:sysClr val="windowText" lastClr="000000"/>
                </a:solidFill>
                <a:latin typeface="Arial Black" panose="020B0A04020102020204" pitchFamily="34" charset="0"/>
              </a:rPr>
              <a:t>47:2-3, 6-7, 8-9</a:t>
            </a:r>
            <a:endParaRPr lang="en-US" sz="3200" dirty="0">
              <a:ln>
                <a:solidFill>
                  <a:sysClr val="windowText" lastClr="000000"/>
                </a:solidFill>
              </a:ln>
              <a:solidFill>
                <a:sysClr val="windowText" lastClr="000000"/>
              </a:solidFill>
              <a:latin typeface="Arial Black" panose="020B0A04020102020204" pitchFamily="34" charset="0"/>
            </a:endParaRPr>
          </a:p>
        </p:txBody>
      </p:sp>
      <p:sp>
        <p:nvSpPr>
          <p:cNvPr id="2" name="Rectangle 1"/>
          <p:cNvSpPr/>
          <p:nvPr/>
        </p:nvSpPr>
        <p:spPr>
          <a:xfrm>
            <a:off x="1379779" y="1681565"/>
            <a:ext cx="9168920" cy="5014065"/>
          </a:xfrm>
          <a:prstGeom prst="rect">
            <a:avLst/>
          </a:prstGeom>
        </p:spPr>
        <p:txBody>
          <a:bodyPr wrap="none">
            <a:spAutoFit/>
          </a:bodyPr>
          <a:lstStyle/>
          <a:p>
            <a:pPr algn="ctr">
              <a:lnSpc>
                <a:spcPct val="115000"/>
              </a:lnSpc>
            </a:pPr>
            <a:r>
              <a:rPr lang="en-US" sz="3200" b="1" dirty="0">
                <a:ln>
                  <a:solidFill>
                    <a:sysClr val="windowText" lastClr="000000"/>
                  </a:solidFill>
                </a:ln>
                <a:solidFill>
                  <a:sysClr val="windowText" lastClr="000000"/>
                </a:solidFill>
                <a:latin typeface="Arial Black" panose="020B0A04020102020204" pitchFamily="34" charset="0"/>
                <a:ea typeface="Times New Roman" panose="02020603050405020304" pitchFamily="18" charset="0"/>
                <a:cs typeface="Times New Roman" panose="02020603050405020304" pitchFamily="18" charset="0"/>
              </a:rPr>
              <a:t>V:  </a:t>
            </a:r>
          </a:p>
          <a:p>
            <a:pPr algn="ctr">
              <a:lnSpc>
                <a:spcPct val="115000"/>
              </a:lnSpc>
            </a:pPr>
            <a:r>
              <a:rPr lang="en-US" sz="2800" dirty="0">
                <a:ln>
                  <a:solidFill>
                    <a:sysClr val="windowText" lastClr="000000"/>
                  </a:solidFill>
                </a:ln>
                <a:solidFill>
                  <a:sysClr val="windowText" lastClr="000000"/>
                </a:solidFill>
                <a:latin typeface="Arial Black" panose="020B0A04020102020204" pitchFamily="34" charset="0"/>
              </a:rPr>
              <a:t> </a:t>
            </a:r>
            <a:r>
              <a:rPr lang="en-US" sz="2800" b="0" i="0" dirty="0">
                <a:ln>
                  <a:solidFill>
                    <a:sysClr val="windowText" lastClr="000000"/>
                  </a:solidFill>
                </a:ln>
                <a:solidFill>
                  <a:sysClr val="windowText" lastClr="000000"/>
                </a:solidFill>
                <a:effectLst/>
                <a:latin typeface="Arial Black" panose="020B0A04020102020204" pitchFamily="34" charset="0"/>
              </a:rPr>
              <a:t>God mounts his throne to shouts of joy: </a:t>
            </a: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a blare of trumpets for the Lord.</a:t>
            </a:r>
            <a:endParaRPr lang="en-US" sz="2800" b="1" dirty="0">
              <a:ln>
                <a:solidFill>
                  <a:sysClr val="windowText" lastClr="000000"/>
                </a:solidFill>
              </a:ln>
              <a:solidFill>
                <a:sysClr val="windowText" lastClr="000000"/>
              </a:solidFill>
              <a:latin typeface="Arial Black" panose="020B0A04020102020204" pitchFamily="34" charset="0"/>
            </a:endParaRPr>
          </a:p>
          <a:p>
            <a:pPr algn="ctr">
              <a:lnSpc>
                <a:spcPct val="115000"/>
              </a:lnSpc>
            </a:pPr>
            <a:endParaRPr lang="en-US" sz="32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32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32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3200" b="0" i="0" dirty="0">
                <a:ln>
                  <a:solidFill>
                    <a:sysClr val="windowText" lastClr="000000"/>
                  </a:solidFill>
                </a:ln>
                <a:solidFill>
                  <a:sysClr val="windowText" lastClr="000000"/>
                </a:solidFill>
                <a:effectLst/>
                <a:latin typeface="Arial Black" panose="020B0A04020102020204" pitchFamily="34" charset="0"/>
              </a:rPr>
              <a:t>God mounts his throne to shouts of joy: </a:t>
            </a:r>
          </a:p>
          <a:p>
            <a:pPr algn="ctr">
              <a:lnSpc>
                <a:spcPct val="115000"/>
              </a:lnSpc>
            </a:pPr>
            <a:r>
              <a:rPr lang="en-US" sz="3200" b="0" i="0" dirty="0">
                <a:ln>
                  <a:solidFill>
                    <a:sysClr val="windowText" lastClr="000000"/>
                  </a:solidFill>
                </a:ln>
                <a:solidFill>
                  <a:sysClr val="windowText" lastClr="000000"/>
                </a:solidFill>
                <a:effectLst/>
                <a:latin typeface="Arial Black" panose="020B0A04020102020204" pitchFamily="34" charset="0"/>
              </a:rPr>
              <a:t>a blare of trumpets for the Lord.</a:t>
            </a:r>
            <a:endParaRPr lang="en-US" sz="3200" b="1" dirty="0">
              <a:ln>
                <a:solidFill>
                  <a:sysClr val="windowText" lastClr="000000"/>
                </a:solidFill>
              </a:ln>
              <a:solidFill>
                <a:sysClr val="windowText" lastClr="000000"/>
              </a:solidFill>
              <a:latin typeface="Arial Black" panose="020B0A04020102020204" pitchFamily="34" charset="0"/>
            </a:endParaRPr>
          </a:p>
          <a:p>
            <a:pPr algn="ctr">
              <a:lnSpc>
                <a:spcPct val="115000"/>
              </a:lnSpc>
            </a:pPr>
            <a:endParaRPr lang="en-US" sz="3200" b="1" dirty="0">
              <a:ln>
                <a:solidFill>
                  <a:sysClr val="windowText" lastClr="000000"/>
                </a:solidFill>
              </a:ln>
              <a:solidFill>
                <a:sysClr val="windowText" lastClr="000000"/>
              </a:solidFill>
              <a:latin typeface="Arial Black" panose="020B0A04020102020204" pitchFamily="34" charset="0"/>
            </a:endParaRPr>
          </a:p>
        </p:txBody>
      </p:sp>
    </p:spTree>
    <p:extLst>
      <p:ext uri="{BB962C8B-B14F-4D97-AF65-F5344CB8AC3E}">
        <p14:creationId xmlns:p14="http://schemas.microsoft.com/office/powerpoint/2010/main" val="83465100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67628" y="1027775"/>
            <a:ext cx="9174402" cy="1815882"/>
          </a:xfrm>
          <a:prstGeom prst="rect">
            <a:avLst/>
          </a:prstGeom>
        </p:spPr>
        <p:txBody>
          <a:bodyPr wrap="square">
            <a:spAutoFit/>
          </a:bodyPr>
          <a:lstStyle/>
          <a:p>
            <a:pPr lvl="0" algn="ctr"/>
            <a:r>
              <a:rPr lang="en-US" sz="2800" b="0" i="0" dirty="0">
                <a:ln>
                  <a:solidFill>
                    <a:sysClr val="windowText" lastClr="000000"/>
                  </a:solidFill>
                </a:ln>
                <a:solidFill>
                  <a:sysClr val="windowText" lastClr="000000"/>
                </a:solidFill>
                <a:effectLst/>
                <a:latin typeface="Arial Black" panose="020B0A04020102020204" pitchFamily="34" charset="0"/>
              </a:rPr>
              <a:t>All you peoples, clap your hands,</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shout to God with cries of gladness,</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For the LORD, the Most High, the awesome,</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is the great king over all the earth.</a:t>
            </a:r>
            <a:endParaRPr lang="en-US" sz="2800" dirty="0">
              <a:ln>
                <a:solidFill>
                  <a:sysClr val="windowText" lastClr="000000"/>
                </a:solidFill>
              </a:ln>
              <a:solidFill>
                <a:sysClr val="windowText" lastClr="000000"/>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1467628" y="3596179"/>
            <a:ext cx="8933590" cy="3036216"/>
          </a:xfrm>
          <a:prstGeom prst="rect">
            <a:avLst/>
          </a:prstGeom>
        </p:spPr>
        <p:txBody>
          <a:bodyPr wrap="square">
            <a:spAutoFit/>
          </a:bodyPr>
          <a:lstStyle/>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God mounts his throne to shouts of joy: </a:t>
            </a: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a blare of trumpets for the Lord.</a:t>
            </a:r>
            <a:endParaRPr lang="en-US" sz="2800" b="1" dirty="0">
              <a:ln>
                <a:solidFill>
                  <a:sysClr val="windowText" lastClr="000000"/>
                </a:solidFill>
              </a:ln>
              <a:solidFill>
                <a:sysClr val="windowText" lastClr="000000"/>
              </a:solidFill>
              <a:latin typeface="Arial Black" panose="020B0A04020102020204" pitchFamily="34" charset="0"/>
            </a:endParaRPr>
          </a:p>
          <a:p>
            <a:pPr algn="ctr">
              <a:lnSpc>
                <a:spcPct val="115000"/>
              </a:lnSpc>
            </a:pPr>
            <a:endPar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3496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67628" y="1027775"/>
            <a:ext cx="9174402" cy="1815882"/>
          </a:xfrm>
          <a:prstGeom prst="rect">
            <a:avLst/>
          </a:prstGeom>
        </p:spPr>
        <p:txBody>
          <a:bodyPr wrap="square">
            <a:spAutoFit/>
          </a:bodyPr>
          <a:lstStyle/>
          <a:p>
            <a:pPr lvl="0" algn="ctr"/>
            <a:r>
              <a:rPr lang="en-US" sz="2800" b="0" i="0" dirty="0">
                <a:ln>
                  <a:solidFill>
                    <a:sysClr val="windowText" lastClr="000000"/>
                  </a:solidFill>
                </a:ln>
                <a:solidFill>
                  <a:sysClr val="windowText" lastClr="000000"/>
                </a:solidFill>
                <a:effectLst/>
                <a:latin typeface="Arial Black" panose="020B0A04020102020204" pitchFamily="34" charset="0"/>
              </a:rPr>
              <a:t>God mounts his throne amid shouts of joy;</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the LORD, amid trumpet blasts.</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Sing praise to God, sing praise;</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sing praise to our king, sing praise.</a:t>
            </a:r>
            <a:endParaRPr lang="en-US" sz="2800" dirty="0">
              <a:ln>
                <a:solidFill>
                  <a:sysClr val="windowText" lastClr="000000"/>
                </a:solidFill>
              </a:ln>
              <a:solidFill>
                <a:sysClr val="windowText" lastClr="000000"/>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1467628" y="3596179"/>
            <a:ext cx="8933590" cy="3036216"/>
          </a:xfrm>
          <a:prstGeom prst="rect">
            <a:avLst/>
          </a:prstGeom>
        </p:spPr>
        <p:txBody>
          <a:bodyPr wrap="square">
            <a:spAutoFit/>
          </a:bodyPr>
          <a:lstStyle/>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God mounts his throne to shouts of joy: </a:t>
            </a: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a blare of trumpets for the Lord.</a:t>
            </a:r>
            <a:endParaRPr lang="en-US" sz="2800" b="1" dirty="0">
              <a:ln>
                <a:solidFill>
                  <a:sysClr val="windowText" lastClr="000000"/>
                </a:solidFill>
              </a:ln>
              <a:solidFill>
                <a:sysClr val="windowText" lastClr="000000"/>
              </a:solidFill>
              <a:latin typeface="Arial Black" panose="020B0A04020102020204" pitchFamily="34" charset="0"/>
            </a:endParaRPr>
          </a:p>
          <a:p>
            <a:pPr algn="ctr">
              <a:lnSpc>
                <a:spcPct val="115000"/>
              </a:lnSpc>
            </a:pPr>
            <a:endPar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9692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67628" y="1027775"/>
            <a:ext cx="9174402" cy="1815882"/>
          </a:xfrm>
          <a:prstGeom prst="rect">
            <a:avLst/>
          </a:prstGeom>
        </p:spPr>
        <p:txBody>
          <a:bodyPr wrap="square">
            <a:spAutoFit/>
          </a:bodyPr>
          <a:lstStyle/>
          <a:p>
            <a:pPr lvl="0" algn="ctr"/>
            <a:r>
              <a:rPr lang="en-US" sz="2800" b="0" i="0" dirty="0">
                <a:ln>
                  <a:solidFill>
                    <a:sysClr val="windowText" lastClr="000000"/>
                  </a:solidFill>
                </a:ln>
                <a:solidFill>
                  <a:sysClr val="windowText" lastClr="000000"/>
                </a:solidFill>
                <a:effectLst/>
                <a:latin typeface="Arial Black" panose="020B0A04020102020204" pitchFamily="34" charset="0"/>
              </a:rPr>
              <a:t>For king of all the earth is God;</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sing hymns of praise.</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God reigns over the nations,</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    God sits upon his holy throne.</a:t>
            </a:r>
            <a:endParaRPr lang="en-US" sz="2800" dirty="0">
              <a:ln>
                <a:solidFill>
                  <a:sysClr val="windowText" lastClr="000000"/>
                </a:solidFill>
              </a:ln>
              <a:solidFill>
                <a:sysClr val="windowText" lastClr="000000"/>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1467628" y="3596179"/>
            <a:ext cx="8933590" cy="3036216"/>
          </a:xfrm>
          <a:prstGeom prst="rect">
            <a:avLst/>
          </a:prstGeom>
        </p:spPr>
        <p:txBody>
          <a:bodyPr wrap="square">
            <a:spAutoFit/>
          </a:bodyPr>
          <a:lstStyle/>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endParaRPr lang="en-US" sz="2800" b="1"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God mounts his throne to shouts of joy: </a:t>
            </a:r>
          </a:p>
          <a:p>
            <a:pPr algn="ctr">
              <a:lnSpc>
                <a:spcPct val="115000"/>
              </a:lnSpc>
            </a:pPr>
            <a:r>
              <a:rPr lang="en-US" sz="2800" b="0" i="0" dirty="0">
                <a:ln>
                  <a:solidFill>
                    <a:sysClr val="windowText" lastClr="000000"/>
                  </a:solidFill>
                </a:ln>
                <a:solidFill>
                  <a:sysClr val="windowText" lastClr="000000"/>
                </a:solidFill>
                <a:effectLst/>
                <a:latin typeface="Arial Black" panose="020B0A04020102020204" pitchFamily="34" charset="0"/>
              </a:rPr>
              <a:t>a blare of trumpets for the Lord.</a:t>
            </a:r>
            <a:endParaRPr lang="en-US" sz="2800" b="1" dirty="0">
              <a:ln>
                <a:solidFill>
                  <a:sysClr val="windowText" lastClr="000000"/>
                </a:solidFill>
              </a:ln>
              <a:solidFill>
                <a:sysClr val="windowText" lastClr="000000"/>
              </a:solidFill>
              <a:latin typeface="Arial Black" panose="020B0A04020102020204" pitchFamily="34" charset="0"/>
            </a:endParaRPr>
          </a:p>
          <a:p>
            <a:pPr algn="ctr">
              <a:lnSpc>
                <a:spcPct val="115000"/>
              </a:lnSpc>
            </a:pPr>
            <a:endParaRPr lang="en-US" sz="2800" dirty="0">
              <a:ln>
                <a:solidFill>
                  <a:sysClr val="windowText" lastClr="000000"/>
                </a:solidFill>
              </a:ln>
              <a:solidFill>
                <a:sysClr val="windowText" lastClr="000000"/>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128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Opened Book And Bible Background | Church backgrounds, Book flowers, Holy  spirit art">
            <a:extLst>
              <a:ext uri="{FF2B5EF4-FFF2-40B4-BE49-F238E27FC236}">
                <a16:creationId xmlns:a16="http://schemas.microsoft.com/office/drawing/2014/main" id="{F83805FC-4FA5-4159-AC7C-21846D218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62"/>
          <a:stretch/>
        </p:blipFill>
        <p:spPr bwMode="auto">
          <a:xfrm>
            <a:off x="684575" y="685800"/>
            <a:ext cx="1082162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41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81377" y="189023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A READING </a:t>
            </a:r>
            <a:r>
              <a:rPr lang="en-US" sz="3200" cap="all" dirty="0" err="1">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FrOM</a:t>
            </a: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 the letter of</a:t>
            </a:r>
          </a:p>
          <a:p>
            <a:pPr algn="ctr" defTabSz="535747">
              <a:spcBef>
                <a:spcPct val="0"/>
              </a:spcBef>
              <a:defRPr/>
            </a:pP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St. </a:t>
            </a:r>
            <a:r>
              <a:rPr lang="en-US" sz="3200" cap="all" dirty="0" err="1">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paul</a:t>
            </a: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 to the </a:t>
            </a:r>
            <a:r>
              <a:rPr lang="en-US" sz="3200" cap="all" dirty="0" err="1">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ephesians</a:t>
            </a:r>
            <a:r>
              <a:rPr lang="en-US" sz="3200" cap="all" dirty="0">
                <a:ln w="6350">
                  <a:solidFill>
                    <a:sysClr val="windowText" lastClr="000000"/>
                  </a:solidFill>
                </a:ln>
                <a:solidFill>
                  <a:sysClr val="windowText" lastClr="000000"/>
                </a:solidFill>
                <a:effectLst>
                  <a:outerShdw blurRad="50800" dist="38100" dir="2700000">
                    <a:srgbClr val="000000">
                      <a:alpha val="43000"/>
                    </a:srgbClr>
                  </a:outerShdw>
                </a:effectLst>
                <a:latin typeface="Arial Black"/>
                <a:ea typeface="+mj-ea"/>
                <a:cs typeface="Arial Black"/>
              </a:rPr>
              <a:t> </a:t>
            </a: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algn="ctr" defTabSz="535747">
              <a:spcBef>
                <a:spcPct val="20000"/>
              </a:spcBef>
              <a:buClr>
                <a:schemeClr val="tx1">
                  <a:shade val="95000"/>
                </a:schemeClr>
              </a:buClr>
              <a:buSzPct val="65000"/>
              <a:defRPr/>
            </a:pPr>
            <a:r>
              <a:rPr lang="en-US" sz="2800" dirty="0">
                <a:ln>
                  <a:solidFill>
                    <a:sysClr val="windowText" lastClr="000000"/>
                  </a:solidFill>
                </a:ln>
                <a:solidFill>
                  <a:sysClr val="windowText" lastClr="000000"/>
                </a:solidFill>
                <a:latin typeface="Arial Black"/>
                <a:cs typeface="Arial Black"/>
              </a:rPr>
              <a:t>1:17-23</a:t>
            </a:r>
          </a:p>
        </p:txBody>
      </p:sp>
    </p:spTree>
    <p:extLst>
      <p:ext uri="{BB962C8B-B14F-4D97-AF65-F5344CB8AC3E}">
        <p14:creationId xmlns:p14="http://schemas.microsoft.com/office/powerpoint/2010/main" val="123372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924563"/>
            <a:ext cx="11216640" cy="5262979"/>
          </a:xfrm>
          <a:prstGeom prst="rect">
            <a:avLst/>
          </a:prstGeom>
        </p:spPr>
        <p:txBody>
          <a:bodyPr wrap="square">
            <a:spAutoFit/>
          </a:bodyPr>
          <a:lstStyle/>
          <a:p>
            <a:r>
              <a:rPr lang="en-US" sz="2400" b="0" i="0" dirty="0">
                <a:ln>
                  <a:solidFill>
                    <a:sysClr val="windowText" lastClr="000000"/>
                  </a:solidFill>
                </a:ln>
                <a:solidFill>
                  <a:sysClr val="windowText" lastClr="000000"/>
                </a:solidFill>
                <a:effectLst/>
                <a:latin typeface="Arial Black" panose="020B0A04020102020204" pitchFamily="34" charset="0"/>
              </a:rPr>
              <a:t>Brothers and sisters: May the God of our Lord Jesus Christ, the Father of glory, give you a Spirit of wisdom and revelation resulting in knowledge of him. May the eyes of your hearts be enlightened, that you may know what is the hope that belongs to his call, what are the riches of glory in his inheritance among the holy ones, and what is the surpassing greatness of his power</a:t>
            </a:r>
            <a:br>
              <a:rPr lang="en-US" sz="2400" dirty="0">
                <a:ln>
                  <a:solidFill>
                    <a:sysClr val="windowText" lastClr="000000"/>
                  </a:solidFill>
                </a:ln>
                <a:solidFill>
                  <a:sysClr val="windowText" lastClr="000000"/>
                </a:solidFill>
                <a:latin typeface="Arial Black" panose="020B0A04020102020204" pitchFamily="34" charset="0"/>
              </a:rPr>
            </a:br>
            <a:r>
              <a:rPr lang="en-US" sz="2400" b="0" i="0" dirty="0">
                <a:ln>
                  <a:solidFill>
                    <a:sysClr val="windowText" lastClr="000000"/>
                  </a:solidFill>
                </a:ln>
                <a:solidFill>
                  <a:sysClr val="windowText" lastClr="000000"/>
                </a:solidFill>
                <a:effectLst/>
                <a:latin typeface="Arial Black" panose="020B0A04020102020204" pitchFamily="34" charset="0"/>
              </a:rPr>
              <a:t>for us who believe, in accord with the exercise of his great might, which he worked in Christ, raising him from the dead and seating him at his right hand in the heavens, far above every principality, authority, power, and dominion, and every name that is named not only in this age but also in the one to come. And he put all things beneath his feet and gave him as head over all things to the church, which is his body, the fullness of the one who fills all things in every way.</a:t>
            </a:r>
            <a:endParaRPr lang="en-US" sz="2400" dirty="0">
              <a:ln>
                <a:solidFill>
                  <a:sysClr val="windowText" lastClr="000000"/>
                </a:solidFill>
              </a:ln>
              <a:solidFill>
                <a:sysClr val="windowText" lastClr="000000"/>
              </a:solidFill>
              <a:latin typeface="Arial Black" panose="020B0A04020102020204" pitchFamily="34" charset="0"/>
            </a:endParaRPr>
          </a:p>
        </p:txBody>
      </p:sp>
    </p:spTree>
    <p:extLst>
      <p:ext uri="{BB962C8B-B14F-4D97-AF65-F5344CB8AC3E}">
        <p14:creationId xmlns:p14="http://schemas.microsoft.com/office/powerpoint/2010/main" val="186098470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algn="ctr"/>
            <a:r>
              <a:rPr lang="en-US" sz="3600" dirty="0">
                <a:ln>
                  <a:solidFill>
                    <a:sysClr val="windowText" lastClr="000000"/>
                  </a:solidFill>
                </a:ln>
                <a:solidFill>
                  <a:sysClr val="windowText" lastClr="000000"/>
                </a:solidFill>
                <a:latin typeface="Arial Black" panose="020B0A04020102020204" pitchFamily="34" charset="0"/>
              </a:rPr>
              <a:t>The word of the Lord. </a:t>
            </a: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r>
              <a:rPr lang="en-US" sz="3600" dirty="0">
                <a:ln>
                  <a:solidFill>
                    <a:sysClr val="windowText" lastClr="000000"/>
                  </a:solidFill>
                </a:ln>
                <a:solidFill>
                  <a:sysClr val="windowText" lastClr="000000"/>
                </a:solidFill>
                <a:latin typeface="Arial Black" panose="020B0A04020102020204" pitchFamily="34" charset="0"/>
              </a:rPr>
              <a:t>Thanks be to God.</a:t>
            </a:r>
          </a:p>
        </p:txBody>
      </p:sp>
    </p:spTree>
    <p:extLst>
      <p:ext uri="{BB962C8B-B14F-4D97-AF65-F5344CB8AC3E}">
        <p14:creationId xmlns:p14="http://schemas.microsoft.com/office/powerpoint/2010/main" val="340527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Opened Book And Bible Background | Church backgrounds, Book flowers, Holy  spirit art">
            <a:extLst>
              <a:ext uri="{FF2B5EF4-FFF2-40B4-BE49-F238E27FC236}">
                <a16:creationId xmlns:a16="http://schemas.microsoft.com/office/drawing/2014/main" id="{F83805FC-4FA5-4159-AC7C-21846D218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62"/>
          <a:stretch/>
        </p:blipFill>
        <p:spPr bwMode="auto">
          <a:xfrm>
            <a:off x="684575" y="685800"/>
            <a:ext cx="1082162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07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49600" y="254001"/>
            <a:ext cx="5667105" cy="424174"/>
          </a:xfrm>
          <a:prstGeom prst="rect">
            <a:avLst/>
          </a:prstGeom>
        </p:spPr>
        <p:txBody>
          <a:bodyPr vert="horz" lIns="31749" tIns="0" rIns="31749" bIns="0" anchor="b">
            <a:noAutofit/>
          </a:bodyPr>
          <a:lstStyle/>
          <a:p>
            <a:pPr algn="ctr" defTabSz="446438">
              <a:spcBef>
                <a:spcPct val="0"/>
              </a:spcBef>
              <a:defRPr/>
            </a:pPr>
            <a:r>
              <a:rPr lang="en-US" sz="2800" cap="all" dirty="0">
                <a:ln w="6350">
                  <a:solidFill>
                    <a:sysClr val="windowText" lastClr="000000"/>
                  </a:solidFill>
                </a:ln>
                <a:solidFill>
                  <a:sysClr val="windowText" lastClr="000000"/>
                </a:solidFill>
                <a:latin typeface="Arial Black"/>
                <a:ea typeface="+mj-ea"/>
                <a:cs typeface="Arial Black"/>
              </a:rPr>
              <a:t>GOSPEL Acclamation</a:t>
            </a:r>
          </a:p>
        </p:txBody>
      </p:sp>
      <p:sp>
        <p:nvSpPr>
          <p:cNvPr id="5" name="TextBox 4"/>
          <p:cNvSpPr txBox="1"/>
          <p:nvPr/>
        </p:nvSpPr>
        <p:spPr>
          <a:xfrm>
            <a:off x="1425844" y="1250220"/>
            <a:ext cx="9577953" cy="4401205"/>
          </a:xfrm>
          <a:prstGeom prst="rect">
            <a:avLst/>
          </a:prstGeom>
          <a:noFill/>
          <a:effectLst>
            <a:softEdge rad="228600"/>
          </a:effectLst>
        </p:spPr>
        <p:txBody>
          <a:bodyPr wrap="square" rtlCol="0">
            <a:spAutoFit/>
          </a:bodyPr>
          <a:lstStyle/>
          <a:p>
            <a:pPr algn="ctr"/>
            <a:br>
              <a:rPr lang="en-US" sz="2800" b="1" dirty="0">
                <a:ln>
                  <a:solidFill>
                    <a:sysClr val="windowText" lastClr="000000"/>
                  </a:solidFill>
                </a:ln>
                <a:solidFill>
                  <a:sysClr val="windowText" lastClr="000000"/>
                </a:solidFill>
                <a:effectLst>
                  <a:outerShdw blurRad="50800" dist="50800" dir="5400000" algn="ctr" rotWithShape="0">
                    <a:schemeClr val="bg1"/>
                  </a:outerShdw>
                </a:effectLst>
                <a:latin typeface="Arial Black" panose="020B0A04020102020204" pitchFamily="34" charset="0"/>
                <a:ea typeface="Arial Black" charset="0"/>
                <a:cs typeface="Arial Black" charset="0"/>
              </a:rPr>
            </a:br>
            <a:r>
              <a:rPr lang="en-US" sz="2800" b="1" dirty="0">
                <a:ln>
                  <a:solidFill>
                    <a:sysClr val="windowText" lastClr="000000"/>
                  </a:solidFill>
                </a:ln>
                <a:solidFill>
                  <a:sysClr val="windowText" lastClr="000000"/>
                </a:solidFill>
                <a:effectLst>
                  <a:outerShdw blurRad="50800" dist="50800" dir="5400000" algn="ctr" rotWithShape="0">
                    <a:schemeClr val="bg1"/>
                  </a:outerShdw>
                </a:effectLst>
                <a:latin typeface="Arial Black" panose="020B0A04020102020204" pitchFamily="34" charset="0"/>
                <a:ea typeface="Arial Black" charset="0"/>
                <a:cs typeface="Arial Black" charset="0"/>
              </a:rPr>
              <a:t> </a:t>
            </a:r>
            <a:r>
              <a:rPr lang="en-US" sz="2800" b="1" dirty="0">
                <a:ln>
                  <a:solidFill>
                    <a:sysClr val="windowText" lastClr="000000"/>
                  </a:solidFill>
                </a:ln>
                <a:solidFill>
                  <a:sysClr val="windowText" lastClr="000000"/>
                </a:solidFill>
                <a:latin typeface="Arial Black" panose="020B0A04020102020204" pitchFamily="34" charset="0"/>
              </a:rPr>
              <a:t>All (2x): </a:t>
            </a:r>
            <a:r>
              <a:rPr lang="en-US" sz="2800" dirty="0">
                <a:ln>
                  <a:solidFill>
                    <a:sysClr val="windowText" lastClr="000000"/>
                  </a:solidFill>
                </a:ln>
                <a:solidFill>
                  <a:sysClr val="windowText" lastClr="000000"/>
                </a:solidFill>
                <a:latin typeface="Arial Black" panose="020B0A04020102020204" pitchFamily="34" charset="0"/>
              </a:rPr>
              <a:t>Alleluia, alleluia, alleluia</a:t>
            </a:r>
          </a:p>
          <a:p>
            <a:pPr algn="ctr"/>
            <a:endParaRPr lang="en-US" sz="2800" b="1" dirty="0">
              <a:ln>
                <a:solidFill>
                  <a:sysClr val="windowText" lastClr="000000"/>
                </a:solidFill>
              </a:ln>
              <a:solidFill>
                <a:sysClr val="windowText" lastClr="000000"/>
              </a:solidFill>
              <a:effectLst>
                <a:outerShdw blurRad="50800" dist="50800" dir="5400000" algn="ctr" rotWithShape="0">
                  <a:schemeClr val="bg1"/>
                </a:outerShdw>
              </a:effectLst>
              <a:latin typeface="Arial Black" panose="020B0A04020102020204" pitchFamily="34" charset="0"/>
              <a:ea typeface="Arial Black" charset="0"/>
              <a:cs typeface="Arial Black" charset="0"/>
            </a:endParaRPr>
          </a:p>
          <a:p>
            <a:pPr algn="ctr"/>
            <a:r>
              <a:rPr lang="en-US" sz="2800" b="1" dirty="0">
                <a:ln>
                  <a:solidFill>
                    <a:sysClr val="windowText" lastClr="000000"/>
                  </a:solidFill>
                </a:ln>
                <a:solidFill>
                  <a:sysClr val="windowText" lastClr="000000"/>
                </a:solidFill>
                <a:latin typeface="Arial Black" panose="020B0A04020102020204" pitchFamily="34" charset="0"/>
              </a:rPr>
              <a:t>Cantor: </a:t>
            </a:r>
          </a:p>
          <a:p>
            <a:pPr algn="ctr"/>
            <a:endParaRPr lang="en-US" sz="2800" b="1" dirty="0">
              <a:ln>
                <a:solidFill>
                  <a:sysClr val="windowText" lastClr="000000"/>
                </a:solidFill>
              </a:ln>
              <a:solidFill>
                <a:sysClr val="windowText" lastClr="000000"/>
              </a:solidFill>
              <a:latin typeface="Arial Black" panose="020B0A04020102020204" pitchFamily="34" charset="0"/>
            </a:endParaRPr>
          </a:p>
          <a:p>
            <a:pPr algn="ctr"/>
            <a:r>
              <a:rPr lang="en-US" sz="2800" b="0" i="0" dirty="0">
                <a:ln>
                  <a:solidFill>
                    <a:sysClr val="windowText" lastClr="000000"/>
                  </a:solidFill>
                </a:ln>
                <a:solidFill>
                  <a:sysClr val="windowText" lastClr="000000"/>
                </a:solidFill>
                <a:effectLst/>
                <a:latin typeface="Arial Black" panose="020B0A04020102020204" pitchFamily="34" charset="0"/>
              </a:rPr>
              <a:t>Go and teach all nations, says the Lord;</a:t>
            </a:r>
            <a:br>
              <a:rPr lang="en-US" sz="2800" dirty="0">
                <a:ln>
                  <a:solidFill>
                    <a:sysClr val="windowText" lastClr="000000"/>
                  </a:solidFill>
                </a:ln>
                <a:solidFill>
                  <a:sysClr val="windowText" lastClr="000000"/>
                </a:solidFill>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I am with you always, </a:t>
            </a:r>
          </a:p>
          <a:p>
            <a:pPr algn="ctr"/>
            <a:r>
              <a:rPr lang="en-US" sz="2800" b="0" i="0" dirty="0">
                <a:ln>
                  <a:solidFill>
                    <a:sysClr val="windowText" lastClr="000000"/>
                  </a:solidFill>
                </a:ln>
                <a:solidFill>
                  <a:sysClr val="windowText" lastClr="000000"/>
                </a:solidFill>
                <a:effectLst/>
                <a:latin typeface="Arial Black" panose="020B0A04020102020204" pitchFamily="34" charset="0"/>
              </a:rPr>
              <a:t>until the end of the world.</a:t>
            </a:r>
            <a:endParaRPr lang="en-US" sz="2800" dirty="0">
              <a:ln>
                <a:solidFill>
                  <a:sysClr val="windowText" lastClr="000000"/>
                </a:solidFill>
              </a:ln>
              <a:solidFill>
                <a:sysClr val="windowText" lastClr="000000"/>
              </a:solidFill>
              <a:latin typeface="Arial Black" panose="020B0A04020102020204" pitchFamily="34" charset="0"/>
            </a:endParaRPr>
          </a:p>
          <a:p>
            <a:pPr algn="ctr"/>
            <a:endParaRPr lang="en-US" sz="2800" dirty="0">
              <a:ln>
                <a:solidFill>
                  <a:sysClr val="windowText" lastClr="000000"/>
                </a:solidFill>
              </a:ln>
              <a:solidFill>
                <a:sysClr val="windowText" lastClr="000000"/>
              </a:solidFill>
              <a:latin typeface="Arial Black" panose="020B0A04020102020204" pitchFamily="34" charset="0"/>
            </a:endParaRPr>
          </a:p>
          <a:p>
            <a:pPr algn="ctr"/>
            <a:r>
              <a:rPr lang="en-US" sz="2800" dirty="0">
                <a:ln>
                  <a:solidFill>
                    <a:sysClr val="windowText" lastClr="000000"/>
                  </a:solidFill>
                </a:ln>
                <a:solidFill>
                  <a:sysClr val="windowText" lastClr="000000"/>
                </a:solidFill>
                <a:latin typeface="Arial Black" panose="020B0A04020102020204" pitchFamily="34" charset="0"/>
              </a:rPr>
              <a:t>All (2x): Alleluia, alleluia, alleluia</a:t>
            </a:r>
          </a:p>
        </p:txBody>
      </p:sp>
    </p:spTree>
    <p:extLst>
      <p:ext uri="{BB962C8B-B14F-4D97-AF65-F5344CB8AC3E}">
        <p14:creationId xmlns:p14="http://schemas.microsoft.com/office/powerpoint/2010/main" val="207868135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Opened Book And Bible Background | Church backgrounds, Book flowers, Holy  spirit art">
            <a:extLst>
              <a:ext uri="{FF2B5EF4-FFF2-40B4-BE49-F238E27FC236}">
                <a16:creationId xmlns:a16="http://schemas.microsoft.com/office/drawing/2014/main" id="{F83805FC-4FA5-4159-AC7C-21846D218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62"/>
          <a:stretch/>
        </p:blipFill>
        <p:spPr bwMode="auto">
          <a:xfrm>
            <a:off x="684575" y="685800"/>
            <a:ext cx="1082162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525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873375" y="1269591"/>
            <a:ext cx="8487533" cy="1279434"/>
          </a:xfrm>
          <a:prstGeom prst="rect">
            <a:avLst/>
          </a:prstGeom>
        </p:spPr>
        <p:txBody>
          <a:bodyPr vert="horz" lIns="38099" tIns="0" rIns="38099" bIns="0" anchor="b">
            <a:noAutofit/>
          </a:bodyPr>
          <a:lstStyle/>
          <a:p>
            <a:pPr algn="ctr" defTabSz="535747">
              <a:spcBef>
                <a:spcPct val="0"/>
              </a:spcBef>
              <a:defRPr/>
            </a:pPr>
            <a:r>
              <a:rPr lang="en-US" sz="3200" cap="all" dirty="0">
                <a:ln w="6350">
                  <a:solidFill>
                    <a:sysClr val="windowText" lastClr="000000"/>
                  </a:solidFill>
                </a:ln>
                <a:solidFill>
                  <a:sysClr val="windowText" lastClr="000000"/>
                </a:solidFill>
                <a:latin typeface="Arial Black"/>
                <a:ea typeface="+mj-ea"/>
                <a:cs typeface="Arial Black"/>
              </a:rPr>
              <a:t>A Reading from the holy gospel</a:t>
            </a:r>
          </a:p>
          <a:p>
            <a:pPr algn="ctr" defTabSz="535747">
              <a:spcBef>
                <a:spcPct val="0"/>
              </a:spcBef>
              <a:defRPr/>
            </a:pPr>
            <a:endParaRPr lang="en-US" sz="3200" cap="all" dirty="0">
              <a:ln w="6350">
                <a:solidFill>
                  <a:sysClr val="windowText" lastClr="000000"/>
                </a:solidFill>
              </a:ln>
              <a:solidFill>
                <a:sysClr val="windowText" lastClr="000000"/>
              </a:solidFill>
              <a:latin typeface="Arial Black"/>
              <a:ea typeface="+mj-ea"/>
              <a:cs typeface="Arial Black"/>
            </a:endParaRPr>
          </a:p>
          <a:p>
            <a:pPr algn="ctr" defTabSz="535747">
              <a:spcBef>
                <a:spcPct val="0"/>
              </a:spcBef>
              <a:defRPr/>
            </a:pPr>
            <a:r>
              <a:rPr lang="en-US" sz="3200" cap="all" dirty="0">
                <a:ln w="6350">
                  <a:solidFill>
                    <a:sysClr val="windowText" lastClr="000000"/>
                  </a:solidFill>
                </a:ln>
                <a:solidFill>
                  <a:sysClr val="windowText" lastClr="000000"/>
                </a:solidFill>
                <a:latin typeface="Arial Black"/>
                <a:ea typeface="+mj-ea"/>
                <a:cs typeface="Arial Black"/>
              </a:rPr>
              <a:t> according to mark</a:t>
            </a:r>
          </a:p>
        </p:txBody>
      </p:sp>
      <p:sp>
        <p:nvSpPr>
          <p:cNvPr id="4" name="Text Placeholder 2"/>
          <p:cNvSpPr txBox="1">
            <a:spLocks/>
          </p:cNvSpPr>
          <p:nvPr/>
        </p:nvSpPr>
        <p:spPr>
          <a:xfrm>
            <a:off x="4876800" y="3379299"/>
            <a:ext cx="2209800" cy="388471"/>
          </a:xfrm>
          <a:prstGeom prst="rect">
            <a:avLst/>
          </a:prstGeom>
        </p:spPr>
        <p:txBody>
          <a:bodyPr vert="horz" lIns="76199" tIns="38099" rIns="76199" bIns="38099">
            <a:noAutofit/>
          </a:bodyPr>
          <a:lstStyle/>
          <a:p>
            <a:r>
              <a:rPr lang="en-US" sz="2800" dirty="0">
                <a:ln>
                  <a:solidFill>
                    <a:sysClr val="windowText" lastClr="000000"/>
                  </a:solidFill>
                </a:ln>
                <a:solidFill>
                  <a:sysClr val="windowText" lastClr="000000"/>
                </a:solidFill>
                <a:latin typeface="Arial Black" panose="020B0A04020102020204" pitchFamily="34" charset="0"/>
              </a:rPr>
              <a:t>16:15-20</a:t>
            </a:r>
          </a:p>
        </p:txBody>
      </p:sp>
    </p:spTree>
    <p:extLst>
      <p:ext uri="{BB962C8B-B14F-4D97-AF65-F5344CB8AC3E}">
        <p14:creationId xmlns:p14="http://schemas.microsoft.com/office/powerpoint/2010/main" val="4127886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366624"/>
            <a:ext cx="11216640" cy="6524863"/>
          </a:xfrm>
          <a:prstGeom prst="rect">
            <a:avLst/>
          </a:prstGeom>
        </p:spPr>
        <p:txBody>
          <a:bodyPr wrap="square">
            <a:spAutoFit/>
          </a:bodyPr>
          <a:lstStyle/>
          <a:p>
            <a:pPr algn="l" fontAlgn="base"/>
            <a:r>
              <a:rPr lang="en-US" sz="2800" b="0" i="0" dirty="0">
                <a:ln>
                  <a:solidFill>
                    <a:sysClr val="windowText" lastClr="000000"/>
                  </a:solidFill>
                </a:ln>
                <a:solidFill>
                  <a:sysClr val="windowText" lastClr="000000"/>
                </a:solidFill>
                <a:effectLst/>
                <a:latin typeface="Arial Black" panose="020B0A04020102020204" pitchFamily="34" charset="0"/>
              </a:rPr>
              <a:t>Jesus said to his disciples: “Go into the whole world</a:t>
            </a:r>
            <a:br>
              <a:rPr lang="en-US" sz="2800" b="0" i="0" dirty="0">
                <a:ln>
                  <a:solidFill>
                    <a:sysClr val="windowText" lastClr="000000"/>
                  </a:solidFill>
                </a:ln>
                <a:solidFill>
                  <a:sysClr val="windowText" lastClr="000000"/>
                </a:solidFill>
                <a:effectLst/>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and proclaim the gospel to every creature. Whoever believes and is baptized will be saved; whoever does not believe will be condemned. These signs will accompany those who believe: in my name they will drive out demons, they will speak new languages. They will pick up serpents with their hands, and if they drink any deadly thing, it will not harm them. They will lay hands on the sick, and they will recover.” So then the Lord Jesus, after he spoke to them, was taken up into heaven</a:t>
            </a:r>
            <a:br>
              <a:rPr lang="en-US" sz="2800" b="0" i="0" dirty="0">
                <a:ln>
                  <a:solidFill>
                    <a:sysClr val="windowText" lastClr="000000"/>
                  </a:solidFill>
                </a:ln>
                <a:solidFill>
                  <a:sysClr val="windowText" lastClr="000000"/>
                </a:solidFill>
                <a:effectLst/>
                <a:latin typeface="Arial Black" panose="020B0A04020102020204" pitchFamily="34" charset="0"/>
              </a:rPr>
            </a:br>
            <a:r>
              <a:rPr lang="en-US" sz="2800" b="0" i="0" dirty="0">
                <a:ln>
                  <a:solidFill>
                    <a:sysClr val="windowText" lastClr="000000"/>
                  </a:solidFill>
                </a:ln>
                <a:solidFill>
                  <a:sysClr val="windowText" lastClr="000000"/>
                </a:solidFill>
                <a:effectLst/>
                <a:latin typeface="Arial Black" panose="020B0A04020102020204" pitchFamily="34" charset="0"/>
              </a:rPr>
              <a:t>and took his seat at the right hand of God. But they went forth and preached everywhere, while the Lord worked with them and confirmed the word through accompanying signs.</a:t>
            </a:r>
          </a:p>
          <a:p>
            <a:endParaRPr lang="en-US" sz="2600" dirty="0">
              <a:ln>
                <a:solidFill>
                  <a:sysClr val="windowText" lastClr="000000"/>
                </a:solidFill>
              </a:ln>
              <a:solidFill>
                <a:sysClr val="windowText" lastClr="000000"/>
              </a:solidFill>
              <a:latin typeface="Arial Black" panose="020B0A04020102020204" pitchFamily="34" charset="0"/>
            </a:endParaRPr>
          </a:p>
        </p:txBody>
      </p:sp>
    </p:spTree>
    <p:extLst>
      <p:ext uri="{BB962C8B-B14F-4D97-AF65-F5344CB8AC3E}">
        <p14:creationId xmlns:p14="http://schemas.microsoft.com/office/powerpoint/2010/main" val="304231769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31300" y="1947928"/>
            <a:ext cx="8694295" cy="2308324"/>
          </a:xfrm>
          <a:prstGeom prst="rect">
            <a:avLst/>
          </a:prstGeom>
        </p:spPr>
        <p:txBody>
          <a:bodyPr wrap="square">
            <a:spAutoFit/>
          </a:bodyPr>
          <a:lstStyle/>
          <a:p>
            <a:pPr algn="ctr"/>
            <a:r>
              <a:rPr lang="en-US" sz="3600" dirty="0">
                <a:ln>
                  <a:solidFill>
                    <a:sysClr val="windowText" lastClr="000000"/>
                  </a:solidFill>
                </a:ln>
                <a:solidFill>
                  <a:sysClr val="windowText" lastClr="000000"/>
                </a:solidFill>
                <a:latin typeface="Arial Black" panose="020B0A04020102020204" pitchFamily="34" charset="0"/>
              </a:rPr>
              <a:t>The Gospel of the Lord. </a:t>
            </a: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endParaRPr lang="en-US" sz="3600" dirty="0">
              <a:ln>
                <a:solidFill>
                  <a:sysClr val="windowText" lastClr="000000"/>
                </a:solidFill>
              </a:ln>
              <a:solidFill>
                <a:sysClr val="windowText" lastClr="000000"/>
              </a:solidFill>
              <a:latin typeface="Arial Black" panose="020B0A04020102020204" pitchFamily="34" charset="0"/>
            </a:endParaRPr>
          </a:p>
          <a:p>
            <a:pPr algn="ctr"/>
            <a:r>
              <a:rPr lang="en-US" sz="3600" dirty="0">
                <a:ln>
                  <a:solidFill>
                    <a:sysClr val="windowText" lastClr="000000"/>
                  </a:solidFill>
                </a:ln>
                <a:solidFill>
                  <a:sysClr val="windowText" lastClr="000000"/>
                </a:solidFill>
                <a:latin typeface="Arial Black" panose="020B0A04020102020204" pitchFamily="34" charset="0"/>
              </a:rPr>
              <a:t>Praise to you Lord, Jesus Christ.</a:t>
            </a:r>
          </a:p>
        </p:txBody>
      </p:sp>
    </p:spTree>
    <p:extLst>
      <p:ext uri="{BB962C8B-B14F-4D97-AF65-F5344CB8AC3E}">
        <p14:creationId xmlns:p14="http://schemas.microsoft.com/office/powerpoint/2010/main" val="3100405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Mark 16:15-20 | Gospel message, The day will come, Word of  god">
            <a:extLst>
              <a:ext uri="{FF2B5EF4-FFF2-40B4-BE49-F238E27FC236}">
                <a16:creationId xmlns:a16="http://schemas.microsoft.com/office/drawing/2014/main" id="{F7170334-3A53-82B4-8C25-21ACD4AE3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29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089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7A76F-3B44-499D-B4A2-172BEABA3A06}"/>
              </a:ext>
            </a:extLst>
          </p:cNvPr>
          <p:cNvSpPr/>
          <p:nvPr/>
        </p:nvSpPr>
        <p:spPr>
          <a:xfrm>
            <a:off x="640080" y="5576887"/>
            <a:ext cx="10911840" cy="640081"/>
          </a:xfrm>
        </p:spPr>
        <p:txBody>
          <a:bodyPr vert="horz" lIns="91440" tIns="45720" rIns="91440" bIns="45720" rtlCol="0" anchor="ctr">
            <a:normAutofit/>
          </a:bodyPr>
          <a:lstStyle/>
          <a:p>
            <a:pPr algn="ctr">
              <a:lnSpc>
                <a:spcPct val="90000"/>
              </a:lnSpc>
              <a:spcBef>
                <a:spcPct val="0"/>
              </a:spcBef>
              <a:spcAft>
                <a:spcPts val="600"/>
              </a:spcAft>
            </a:pPr>
            <a:endParaRPr lang="en-US" sz="3200" dirty="0">
              <a:latin typeface="+mj-lt"/>
              <a:ea typeface="+mj-ea"/>
              <a:cs typeface="+mj-cs"/>
            </a:endParaRPr>
          </a:p>
        </p:txBody>
      </p:sp>
      <p:pic>
        <p:nvPicPr>
          <p:cNvPr id="7" name="Picture 6" descr="MORNING ANNOUNCEMENTS FOR March 9th – The Thunder">
            <a:extLst>
              <a:ext uri="{FF2B5EF4-FFF2-40B4-BE49-F238E27FC236}">
                <a16:creationId xmlns:a16="http://schemas.microsoft.com/office/drawing/2014/main" id="{CBFC5BA7-3F55-42DF-928B-1AA70B56B1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15971"/>
          <a:stretch/>
        </p:blipFill>
        <p:spPr bwMode="auto">
          <a:xfrm>
            <a:off x="640080" y="641032"/>
            <a:ext cx="10911840" cy="483679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795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p:cNvGrpSpPr/>
        <p:nvPr/>
      </p:nvGrpSpPr>
      <p:grpSpPr>
        <a:xfrm>
          <a:off x="0" y="0"/>
          <a:ext cx="0" cy="0"/>
          <a:chOff x="0" y="0"/>
          <a:chExt cx="0" cy="0"/>
        </a:xfrm>
      </p:grpSpPr>
      <p:pic>
        <p:nvPicPr>
          <p:cNvPr id="1026" name="Picture 2" descr="Mother's Day Novena">
            <a:extLst>
              <a:ext uri="{FF2B5EF4-FFF2-40B4-BE49-F238E27FC236}">
                <a16:creationId xmlns:a16="http://schemas.microsoft.com/office/drawing/2014/main" id="{F8CE7B1D-604D-63CC-5E98-793A26A8B2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148" r="1" b="1"/>
          <a:stretch/>
        </p:blipFill>
        <p:spPr bwMode="auto">
          <a:xfrm>
            <a:off x="866422" y="-1"/>
            <a:ext cx="10459156" cy="3517995"/>
          </a:xfrm>
          <a:prstGeom prst="rect">
            <a:avLst/>
          </a:prstGeom>
          <a:noFill/>
          <a:extLst>
            <a:ext uri="{909E8E84-426E-40DD-AFC4-6F175D3DCCD1}">
              <a14:hiddenFill xmlns:a14="http://schemas.microsoft.com/office/drawing/2010/main">
                <a:solidFill>
                  <a:srgbClr val="FFFFFF"/>
                </a:solidFill>
              </a14:hiddenFill>
            </a:ext>
          </a:extLst>
        </p:spPr>
      </p:pic>
      <p:cxnSp>
        <p:nvCxnSpPr>
          <p:cNvPr id="1031" name="Straight Connector 1030">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6422" y="3517997"/>
            <a:ext cx="10459156"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7745938-4D80-27FB-8C4A-2875E83E5D46}"/>
              </a:ext>
            </a:extLst>
          </p:cNvPr>
          <p:cNvSpPr txBox="1"/>
          <p:nvPr/>
        </p:nvSpPr>
        <p:spPr>
          <a:xfrm>
            <a:off x="538221" y="3859429"/>
            <a:ext cx="10787357" cy="2573737"/>
          </a:xfrm>
          <a:prstGeom prst="rect">
            <a:avLst/>
          </a:prstGeom>
        </p:spPr>
        <p:txBody>
          <a:bodyPr vert="horz" lIns="91440" tIns="45720" rIns="91440" bIns="45720" rtlCol="0">
            <a:noAutofit/>
          </a:bodyPr>
          <a:lstStyle/>
          <a:p>
            <a:pPr marR="0" lvl="0" algn="ctr">
              <a:spcBef>
                <a:spcPts val="600"/>
              </a:spcBef>
              <a:spcAft>
                <a:spcPts val="0"/>
              </a:spcAft>
            </a:pPr>
            <a:r>
              <a:rPr lang="en-US" sz="2800" kern="1400" dirty="0">
                <a:ln>
                  <a:solidFill>
                    <a:sysClr val="windowText" lastClr="000000"/>
                  </a:solidFill>
                </a:ln>
                <a:solidFill>
                  <a:sysClr val="windowText" lastClr="000000"/>
                </a:solidFill>
                <a:effectLst/>
                <a:latin typeface="Arial Black" panose="020B0A04020102020204" pitchFamily="34" charset="0"/>
                <a:ea typeface="Times New Roman" panose="02020603050405020304" pitchFamily="18" charset="0"/>
              </a:rPr>
              <a:t>It’s not too late to honor your mother with a Mother’s Day Novena which begins on Monday, May 13.  Simply complete the novena offering envelope, available at the Church entrance, and return it in the collection basket, to an usher, or to the parish office.  This is a wonderful way to show your love for our mothers. </a:t>
            </a:r>
          </a:p>
        </p:txBody>
      </p:sp>
    </p:spTree>
    <p:extLst>
      <p:ext uri="{BB962C8B-B14F-4D97-AF65-F5344CB8AC3E}">
        <p14:creationId xmlns:p14="http://schemas.microsoft.com/office/powerpoint/2010/main" val="3863277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7" name="Arc 205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59" name="Freeform: Shape 205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Townhall Meeting Images – Browse 473 ...">
            <a:extLst>
              <a:ext uri="{FF2B5EF4-FFF2-40B4-BE49-F238E27FC236}">
                <a16:creationId xmlns:a16="http://schemas.microsoft.com/office/drawing/2014/main" id="{090D36A9-4DBE-9647-A17E-634A4F3C31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1719467"/>
            <a:ext cx="4777381" cy="324932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21C4AE1-07FF-2E40-D8F9-4FCE6869E57D}"/>
              </a:ext>
            </a:extLst>
          </p:cNvPr>
          <p:cNvSpPr txBox="1"/>
          <p:nvPr/>
        </p:nvSpPr>
        <p:spPr>
          <a:xfrm>
            <a:off x="5894962" y="1984443"/>
            <a:ext cx="5458838" cy="4192520"/>
          </a:xfrm>
          <a:prstGeom prst="rect">
            <a:avLst/>
          </a:prstGeom>
        </p:spPr>
        <p:txBody>
          <a:bodyPr vert="horz" lIns="91440" tIns="45720" rIns="91440" bIns="45720" rtlCol="0">
            <a:normAutofit/>
          </a:bodyPr>
          <a:lstStyle/>
          <a:p>
            <a:pPr marL="114300" marR="0" lvl="0" indent="0" algn="l" defTabSz="914400" rtl="0" eaLnBrk="1" fontAlgn="auto" latinLnBrk="0" hangingPunct="1">
              <a:lnSpc>
                <a:spcPct val="90000"/>
              </a:lnSpc>
              <a:spcBef>
                <a:spcPts val="60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rPr>
              <a:t>You are invited to attend a town hall meeting, to discuss the proposed cell tower for our parish. Wednesday, May 15th at 5:30 pm to 7:00 pm., in the church.</a:t>
            </a:r>
          </a:p>
        </p:txBody>
      </p:sp>
    </p:spTree>
    <p:extLst>
      <p:ext uri="{BB962C8B-B14F-4D97-AF65-F5344CB8AC3E}">
        <p14:creationId xmlns:p14="http://schemas.microsoft.com/office/powerpoint/2010/main" val="3064523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A card with text and images&#10;&#10;Description automatically generated">
            <a:extLst>
              <a:ext uri="{FF2B5EF4-FFF2-40B4-BE49-F238E27FC236}">
                <a16:creationId xmlns:a16="http://schemas.microsoft.com/office/drawing/2014/main" id="{4F0F900F-B989-4C7F-89FC-9527D3891210}"/>
              </a:ext>
            </a:extLst>
          </p:cNvPr>
          <p:cNvPicPr>
            <a:picLocks noChangeAspect="1"/>
          </p:cNvPicPr>
          <p:nvPr/>
        </p:nvPicPr>
        <p:blipFill rotWithShape="1">
          <a:blip r:embed="rId3">
            <a:extLst>
              <a:ext uri="{28A0092B-C50C-407E-A947-70E740481C1C}">
                <a14:useLocalDpi xmlns:a14="http://schemas.microsoft.com/office/drawing/2010/main" val="0"/>
              </a:ext>
            </a:extLst>
          </a:blip>
          <a:srcRect b="5875"/>
          <a:stretch/>
        </p:blipFill>
        <p:spPr>
          <a:xfrm>
            <a:off x="20" y="82202"/>
            <a:ext cx="12191980" cy="6856718"/>
          </a:xfrm>
          <a:prstGeom prst="rect">
            <a:avLst/>
          </a:prstGeom>
        </p:spPr>
      </p:pic>
    </p:spTree>
    <p:extLst>
      <p:ext uri="{BB962C8B-B14F-4D97-AF65-F5344CB8AC3E}">
        <p14:creationId xmlns:p14="http://schemas.microsoft.com/office/powerpoint/2010/main" val="4145936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8" name="Picture 6" descr="PETERS' PENCE | Parish of St Osmund">
            <a:extLst>
              <a:ext uri="{FF2B5EF4-FFF2-40B4-BE49-F238E27FC236}">
                <a16:creationId xmlns:a16="http://schemas.microsoft.com/office/drawing/2014/main" id="{4E5AED65-FEE9-70E8-CD4D-6E2450DA75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293" r="13565" b="-3"/>
          <a:stretch/>
        </p:blipFill>
        <p:spPr bwMode="auto">
          <a:xfrm>
            <a:off x="876300" y="879253"/>
            <a:ext cx="3083745" cy="243557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atholic Campaign for Human Development ...">
            <a:extLst>
              <a:ext uri="{FF2B5EF4-FFF2-40B4-BE49-F238E27FC236}">
                <a16:creationId xmlns:a16="http://schemas.microsoft.com/office/drawing/2014/main" id="{B66CF5EE-C917-9FE3-F040-F3B4CF4777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898"/>
          <a:stretch/>
        </p:blipFill>
        <p:spPr bwMode="auto">
          <a:xfrm>
            <a:off x="4035868" y="879259"/>
            <a:ext cx="3083744" cy="243557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atholic Relief Services - Catholic ...">
            <a:extLst>
              <a:ext uri="{FF2B5EF4-FFF2-40B4-BE49-F238E27FC236}">
                <a16:creationId xmlns:a16="http://schemas.microsoft.com/office/drawing/2014/main" id="{197EA0FA-F3EB-6232-8B21-6959810A49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484" b="12486"/>
          <a:stretch/>
        </p:blipFill>
        <p:spPr bwMode="auto">
          <a:xfrm>
            <a:off x="876300" y="3393485"/>
            <a:ext cx="3081840" cy="243557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upport the Catholic Communication ...">
            <a:extLst>
              <a:ext uri="{FF2B5EF4-FFF2-40B4-BE49-F238E27FC236}">
                <a16:creationId xmlns:a16="http://schemas.microsoft.com/office/drawing/2014/main" id="{94ECA673-8F24-4122-46D7-74001BBEADC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9861" b="3"/>
          <a:stretch/>
        </p:blipFill>
        <p:spPr bwMode="auto">
          <a:xfrm>
            <a:off x="4035868" y="3393483"/>
            <a:ext cx="3083744" cy="24379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F37AD12-B22C-EE65-07C6-41F42C88FB03}"/>
              </a:ext>
            </a:extLst>
          </p:cNvPr>
          <p:cNvSpPr txBox="1"/>
          <p:nvPr/>
        </p:nvSpPr>
        <p:spPr>
          <a:xfrm>
            <a:off x="7999262" y="510467"/>
            <a:ext cx="3782741" cy="5728492"/>
          </a:xfrm>
          <a:prstGeom prst="rect">
            <a:avLst/>
          </a:prstGeom>
        </p:spPr>
        <p:txBody>
          <a:bodyPr vert="horz" lIns="91440" tIns="45720" rIns="91440" bIns="45720" rtlCol="0" anchor="t">
            <a:noAutofit/>
          </a:bodyPr>
          <a:lstStyle/>
          <a:p>
            <a:pPr marR="0" lvl="0">
              <a:lnSpc>
                <a:spcPct val="90000"/>
              </a:lnSpc>
              <a:spcBef>
                <a:spcPts val="600"/>
              </a:spcBef>
              <a:spcAft>
                <a:spcPts val="0"/>
              </a:spcAft>
              <a:tabLst>
                <a:tab pos="514350" algn="l"/>
              </a:tabLst>
            </a:pPr>
            <a:r>
              <a:rPr lang="en-US" sz="2000" dirty="0">
                <a:effectLst/>
                <a:latin typeface="Arial Black" panose="020B0A04020102020204" pitchFamily="34" charset="0"/>
              </a:rPr>
              <a:t>The Spring Combined Collection will take place on May 25</a:t>
            </a:r>
            <a:r>
              <a:rPr lang="en-US" sz="2000" baseline="30000" dirty="0">
                <a:effectLst/>
                <a:latin typeface="Arial Black" panose="020B0A04020102020204" pitchFamily="34" charset="0"/>
              </a:rPr>
              <a:t>th</a:t>
            </a:r>
            <a:r>
              <a:rPr lang="en-US" sz="2000" dirty="0">
                <a:effectLst/>
                <a:latin typeface="Arial Black" panose="020B0A04020102020204" pitchFamily="34" charset="0"/>
              </a:rPr>
              <a:t> &amp; 26</a:t>
            </a:r>
            <a:r>
              <a:rPr lang="en-US" sz="2000" baseline="30000" dirty="0">
                <a:effectLst/>
                <a:latin typeface="Arial Black" panose="020B0A04020102020204" pitchFamily="34" charset="0"/>
              </a:rPr>
              <a:t>th</a:t>
            </a:r>
            <a:r>
              <a:rPr lang="en-US" sz="2000" dirty="0">
                <a:effectLst/>
                <a:latin typeface="Arial Black" panose="020B0A04020102020204" pitchFamily="34" charset="0"/>
              </a:rPr>
              <a:t>  to support four worthy ministries – Catholic Relief Services, Catholic Communication Campaign, Peter’s Pence, and Catholic Campaign for Human Development.  Information about the appeal will be mailed directly to those Catholic households who donated last year and are available in the pews.  Thank you in advance for your support of the Spring Combined Collection.  </a:t>
            </a:r>
          </a:p>
        </p:txBody>
      </p:sp>
      <p:grpSp>
        <p:nvGrpSpPr>
          <p:cNvPr id="3085" name="Group 3084">
            <a:extLst>
              <a:ext uri="{FF2B5EF4-FFF2-40B4-BE49-F238E27FC236}">
                <a16:creationId xmlns:a16="http://schemas.microsoft.com/office/drawing/2014/main" id="{360ABAB5-F0ED-1EAD-3BE4-2CA2485A67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3086" name="Rectangle 3085">
              <a:extLst>
                <a:ext uri="{FF2B5EF4-FFF2-40B4-BE49-F238E27FC236}">
                  <a16:creationId xmlns:a16="http://schemas.microsoft.com/office/drawing/2014/main" id="{0F9A1F85-4AEF-5F2B-A14D-CAE562605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74025C00-5FFF-746D-078E-2A2A5DFE4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15676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90026D3-E344-C19B-A3DF-429CBDF54E27}"/>
              </a:ext>
            </a:extLst>
          </p:cNvPr>
          <p:cNvPicPr>
            <a:picLocks noChangeAspect="1"/>
          </p:cNvPicPr>
          <p:nvPr/>
        </p:nvPicPr>
        <p:blipFill rotWithShape="1">
          <a:blip r:embed="rId2"/>
          <a:srcRect l="1333"/>
          <a:stretch/>
        </p:blipFill>
        <p:spPr>
          <a:xfrm>
            <a:off x="457200" y="457200"/>
            <a:ext cx="11277600" cy="5943600"/>
          </a:xfrm>
          <a:prstGeom prst="rect">
            <a:avLst/>
          </a:prstGeom>
        </p:spPr>
      </p:pic>
    </p:spTree>
    <p:extLst>
      <p:ext uri="{BB962C8B-B14F-4D97-AF65-F5344CB8AC3E}">
        <p14:creationId xmlns:p14="http://schemas.microsoft.com/office/powerpoint/2010/main" val="3455314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96BAFC-45A3-1A69-2A83-32CE1E5DE11B}"/>
              </a:ext>
            </a:extLst>
          </p:cNvPr>
          <p:cNvSpPr txBox="1"/>
          <p:nvPr/>
        </p:nvSpPr>
        <p:spPr>
          <a:xfrm>
            <a:off x="691769" y="707072"/>
            <a:ext cx="5555282" cy="5475748"/>
          </a:xfrm>
          <a:prstGeom prst="rect">
            <a:avLst/>
          </a:prstGeom>
        </p:spPr>
        <p:txBody>
          <a:bodyPr vert="horz" lIns="91440" tIns="45720" rIns="91440" bIns="45720" rtlCol="0" anchor="t">
            <a:noAutofit/>
          </a:bodyPr>
          <a:lstStyle/>
          <a:p>
            <a:pPr marL="114300" marR="0" lvl="0">
              <a:lnSpc>
                <a:spcPct val="90000"/>
              </a:lnSpc>
              <a:spcBef>
                <a:spcPts val="600"/>
              </a:spcBef>
              <a:spcAft>
                <a:spcPts val="0"/>
              </a:spcAft>
            </a:pPr>
            <a:r>
              <a:rPr lang="en-US" sz="2800" dirty="0">
                <a:effectLst/>
                <a:latin typeface="Arial Black" panose="020B0A04020102020204" pitchFamily="34" charset="0"/>
              </a:rPr>
              <a:t>Celebrate Mother’s Day with a gift of roses for your mom, grandma, godmother, or wife!  The Right to Life Ministry will be selling single roses for $5.00 after this Mass.  Proceeds, which will benefit local pro-life pregnancy resource centers and in supporting the cause for Life! Thank you for your support!</a:t>
            </a:r>
          </a:p>
        </p:txBody>
      </p:sp>
      <p:sp>
        <p:nvSpPr>
          <p:cNvPr id="4105" name="Rectangle 410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9" name="Rectangle 410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Rectangle 411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Happy Mothers Day Rose Quote Pictures ...">
            <a:extLst>
              <a:ext uri="{FF2B5EF4-FFF2-40B4-BE49-F238E27FC236}">
                <a16:creationId xmlns:a16="http://schemas.microsoft.com/office/drawing/2014/main" id="{43EF0427-E44B-5324-30E8-15B096D66F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75967" y="1889018"/>
            <a:ext cx="4170530" cy="3111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466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cension Day around the world in 2025 | There is a Day for that!">
            <a:extLst>
              <a:ext uri="{FF2B5EF4-FFF2-40B4-BE49-F238E27FC236}">
                <a16:creationId xmlns:a16="http://schemas.microsoft.com/office/drawing/2014/main" id="{516F673B-40DD-F5E3-69F5-100F94AAE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47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407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1290</Words>
  <Application>Microsoft Office PowerPoint</Application>
  <PresentationFormat>Widescreen</PresentationFormat>
  <Paragraphs>95</Paragraphs>
  <Slides>28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Katherine Kantz</dc:creator>
  <cp:lastModifiedBy>Katherine Kantz</cp:lastModifiedBy>
  <cp:revision>16</cp:revision>
  <dcterms:created xsi:type="dcterms:W3CDTF">2021-04-10T15:42:03Z</dcterms:created>
  <dcterms:modified xsi:type="dcterms:W3CDTF">2024-05-11T04:54:49Z</dcterms:modified>
</cp:coreProperties>
</file>