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336" r:id="rId2"/>
    <p:sldId id="337" r:id="rId3"/>
    <p:sldId id="339" r:id="rId4"/>
    <p:sldId id="716" r:id="rId5"/>
    <p:sldId id="709" r:id="rId6"/>
    <p:sldId id="714" r:id="rId7"/>
    <p:sldId id="799" r:id="rId8"/>
    <p:sldId id="800" r:id="rId9"/>
    <p:sldId id="801" r:id="rId10"/>
    <p:sldId id="717" r:id="rId11"/>
    <p:sldId id="710" r:id="rId12"/>
    <p:sldId id="711" r:id="rId13"/>
    <p:sldId id="713" r:id="rId14"/>
    <p:sldId id="718" r:id="rId15"/>
    <p:sldId id="362" r:id="rId16"/>
    <p:sldId id="719" r:id="rId17"/>
    <p:sldId id="708" r:id="rId18"/>
    <p:sldId id="712" r:id="rId19"/>
    <p:sldId id="720" r:id="rId20"/>
    <p:sldId id="723" r:id="rId21"/>
    <p:sldId id="82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2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325" autoAdjust="0"/>
    <p:restoredTop sz="94660"/>
  </p:normalViewPr>
  <p:slideViewPr>
    <p:cSldViewPr snapToGrid="0">
      <p:cViewPr varScale="1">
        <p:scale>
          <a:sx n="92" d="100"/>
          <a:sy n="92" d="100"/>
        </p:scale>
        <p:origin x="7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51A717-8733-425C-BA35-3A2CCB6225E3}" type="datetimeFigureOut">
              <a:rPr lang="en-US" smtClean="0"/>
              <a:t>6/20/2024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0EFF03-BF04-48C0-8E07-2C57B7EEE6F8}" type="slidenum">
              <a:rPr lang="en-US" smtClean="0"/>
              <a:t>‹#›</a:t>
            </a:fld>
            <a:endParaRPr lang="en-US"/>
          </a:p>
        </p:txBody>
      </p:sp>
    </p:spTree>
    <p:extLst>
      <p:ext uri="{BB962C8B-B14F-4D97-AF65-F5344CB8AC3E}">
        <p14:creationId xmlns:p14="http://schemas.microsoft.com/office/powerpoint/2010/main" val="2487121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following for the first reading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6CFB66-CA98-4253-AFD6-340BF832CB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5702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Filler between 1</a:t>
            </a:r>
            <a:r>
              <a:rPr lang="en-US" baseline="30000" dirty="0"/>
              <a:t>st</a:t>
            </a:r>
            <a:r>
              <a:rPr lang="en-US" dirty="0"/>
              <a:t> Reading and Responsorial Psalm.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0EFF03-BF04-48C0-8E07-2C57B7EEE6F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9051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following for  Responsorial Psalm.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0EFF03-BF04-48C0-8E07-2C57B7EEE6F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9189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0EFF03-BF04-48C0-8E07-2C57B7EEE6F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1947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0EFF03-BF04-48C0-8E07-2C57B7EEE6F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3704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0EFF03-BF04-48C0-8E07-2C57B7EEE6F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6842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0EFF03-BF04-48C0-8E07-2C57B7EEE6F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4839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Filler between Responsorial Psalm and 2</a:t>
            </a:r>
            <a:r>
              <a:rPr lang="en-US" baseline="30000" dirty="0"/>
              <a:t>nd</a:t>
            </a:r>
            <a:r>
              <a:rPr lang="en-US" dirty="0"/>
              <a:t> Reading.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0EFF03-BF04-48C0-8E07-2C57B7EEE6F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366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following for 2</a:t>
            </a:r>
            <a:r>
              <a:rPr lang="en-US" baseline="30000" dirty="0"/>
              <a:t>nd</a:t>
            </a:r>
            <a:r>
              <a:rPr lang="en-US" dirty="0"/>
              <a:t> reading.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6CFB66-CA98-4253-AFD6-340BF832CB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7556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Filler between 2</a:t>
            </a:r>
            <a:r>
              <a:rPr lang="en-US" baseline="30000" dirty="0"/>
              <a:t>nd</a:t>
            </a:r>
            <a:r>
              <a:rPr lang="en-US" dirty="0"/>
              <a:t> Reading and Gospel Acclamation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0EFF03-BF04-48C0-8E07-2C57B7EEE6F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1102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Gospel Acclamation (alleluia)</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0EFF03-BF04-48C0-8E07-2C57B7EEE6F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24169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Filler between Gospel Acclamation (alleluia) and Gospel.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0EFF03-BF04-48C0-8E07-2C57B7EEE6F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6112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following for Gospel.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0EFF03-BF04-48C0-8E07-2C57B7EEE6F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9201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homily.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0EFF03-BF04-48C0-8E07-2C57B7EEE6F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4306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AD3F6-297C-47F4-A74B-1915E5579C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9F2F3D-F6AD-418E-9313-A387D44C93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B0A85F-6E4C-40B5-A195-CEBA8AB064C5}"/>
              </a:ext>
            </a:extLst>
          </p:cNvPr>
          <p:cNvSpPr>
            <a:spLocks noGrp="1"/>
          </p:cNvSpPr>
          <p:nvPr>
            <p:ph type="dt" sz="half" idx="10"/>
          </p:nvPr>
        </p:nvSpPr>
        <p:spPr/>
        <p:txBody>
          <a:bodyPr/>
          <a:lstStyle/>
          <a:p>
            <a:fld id="{CF28D52E-5E76-4F17-B8E5-8FB7CFEB1C6C}" type="datetimeFigureOut">
              <a:rPr lang="en-US" smtClean="0"/>
              <a:t>6/20/2024</a:t>
            </a:fld>
            <a:endParaRPr lang="en-US"/>
          </a:p>
        </p:txBody>
      </p:sp>
      <p:sp>
        <p:nvSpPr>
          <p:cNvPr id="5" name="Footer Placeholder 4">
            <a:extLst>
              <a:ext uri="{FF2B5EF4-FFF2-40B4-BE49-F238E27FC236}">
                <a16:creationId xmlns:a16="http://schemas.microsoft.com/office/drawing/2014/main" id="{E5B1E4D5-E843-47A1-957D-5BA26434A1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D6C69C-2E0C-4B5E-AE6D-0E6B82E1044D}"/>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70107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4BF49-EFBA-4002-AED7-D88B669BDD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28ACDA-97DE-46B5-A45C-C54F63CC21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C59BE5-BBBF-40B7-8413-7F0770F1C71C}"/>
              </a:ext>
            </a:extLst>
          </p:cNvPr>
          <p:cNvSpPr>
            <a:spLocks noGrp="1"/>
          </p:cNvSpPr>
          <p:nvPr>
            <p:ph type="dt" sz="half" idx="10"/>
          </p:nvPr>
        </p:nvSpPr>
        <p:spPr/>
        <p:txBody>
          <a:bodyPr/>
          <a:lstStyle/>
          <a:p>
            <a:fld id="{CF28D52E-5E76-4F17-B8E5-8FB7CFEB1C6C}" type="datetimeFigureOut">
              <a:rPr lang="en-US" smtClean="0"/>
              <a:t>6/20/2024</a:t>
            </a:fld>
            <a:endParaRPr lang="en-US"/>
          </a:p>
        </p:txBody>
      </p:sp>
      <p:sp>
        <p:nvSpPr>
          <p:cNvPr id="5" name="Footer Placeholder 4">
            <a:extLst>
              <a:ext uri="{FF2B5EF4-FFF2-40B4-BE49-F238E27FC236}">
                <a16:creationId xmlns:a16="http://schemas.microsoft.com/office/drawing/2014/main" id="{CD4E44A8-9CD4-47B4-831C-824373648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879E14-C2A4-49DA-86BB-16A2FBB84684}"/>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1937753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03067-5040-4CC9-8AA2-32F0A7968F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5F49E6-C752-4353-A5B5-1B9C1B417A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D72A15-1FEB-41E5-B895-440C797F097E}"/>
              </a:ext>
            </a:extLst>
          </p:cNvPr>
          <p:cNvSpPr>
            <a:spLocks noGrp="1"/>
          </p:cNvSpPr>
          <p:nvPr>
            <p:ph type="dt" sz="half" idx="10"/>
          </p:nvPr>
        </p:nvSpPr>
        <p:spPr/>
        <p:txBody>
          <a:bodyPr/>
          <a:lstStyle/>
          <a:p>
            <a:fld id="{CF28D52E-5E76-4F17-B8E5-8FB7CFEB1C6C}" type="datetimeFigureOut">
              <a:rPr lang="en-US" smtClean="0"/>
              <a:t>6/20/2024</a:t>
            </a:fld>
            <a:endParaRPr lang="en-US"/>
          </a:p>
        </p:txBody>
      </p:sp>
      <p:sp>
        <p:nvSpPr>
          <p:cNvPr id="5" name="Footer Placeholder 4">
            <a:extLst>
              <a:ext uri="{FF2B5EF4-FFF2-40B4-BE49-F238E27FC236}">
                <a16:creationId xmlns:a16="http://schemas.microsoft.com/office/drawing/2014/main" id="{0932CFF4-78DF-4849-B157-7A57C06891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8072C3-059C-4D4C-AD2B-07C5A2C2B585}"/>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4189969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6E570-9E8D-4B6D-BADB-2027A89241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C94E68-7858-4AAD-AF18-AD74775310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A9B6D3-E6D7-4F62-AC30-F5EA1D4C67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10A990-8A12-489B-8589-8AD21D33F3DE}"/>
              </a:ext>
            </a:extLst>
          </p:cNvPr>
          <p:cNvSpPr>
            <a:spLocks noGrp="1"/>
          </p:cNvSpPr>
          <p:nvPr>
            <p:ph type="dt" sz="half" idx="10"/>
          </p:nvPr>
        </p:nvSpPr>
        <p:spPr/>
        <p:txBody>
          <a:bodyPr/>
          <a:lstStyle/>
          <a:p>
            <a:fld id="{CF28D52E-5E76-4F17-B8E5-8FB7CFEB1C6C}" type="datetimeFigureOut">
              <a:rPr lang="en-US" smtClean="0"/>
              <a:t>6/20/2024</a:t>
            </a:fld>
            <a:endParaRPr lang="en-US"/>
          </a:p>
        </p:txBody>
      </p:sp>
      <p:sp>
        <p:nvSpPr>
          <p:cNvPr id="6" name="Footer Placeholder 5">
            <a:extLst>
              <a:ext uri="{FF2B5EF4-FFF2-40B4-BE49-F238E27FC236}">
                <a16:creationId xmlns:a16="http://schemas.microsoft.com/office/drawing/2014/main" id="{495091C9-1678-4BF6-9B59-E685761CCC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B393BC-AA60-40D8-950C-9E68A708CB9C}"/>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80778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BEC8F-B7F8-45A1-A653-B4D9FDAE2E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1EB2AB-FF42-4EB1-804F-B8B984FFA2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82D7A6-CED0-4E35-AC03-31F320503F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EBC953-951E-4C9F-A1C2-35CB6AEDCD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F9CECB-E440-4069-926E-34C61A61F7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0596EB-5CAF-4725-BF43-8B0B7E437AF4}"/>
              </a:ext>
            </a:extLst>
          </p:cNvPr>
          <p:cNvSpPr>
            <a:spLocks noGrp="1"/>
          </p:cNvSpPr>
          <p:nvPr>
            <p:ph type="dt" sz="half" idx="10"/>
          </p:nvPr>
        </p:nvSpPr>
        <p:spPr/>
        <p:txBody>
          <a:bodyPr/>
          <a:lstStyle/>
          <a:p>
            <a:fld id="{CF28D52E-5E76-4F17-B8E5-8FB7CFEB1C6C}" type="datetimeFigureOut">
              <a:rPr lang="en-US" smtClean="0"/>
              <a:t>6/20/2024</a:t>
            </a:fld>
            <a:endParaRPr lang="en-US"/>
          </a:p>
        </p:txBody>
      </p:sp>
      <p:sp>
        <p:nvSpPr>
          <p:cNvPr id="8" name="Footer Placeholder 7">
            <a:extLst>
              <a:ext uri="{FF2B5EF4-FFF2-40B4-BE49-F238E27FC236}">
                <a16:creationId xmlns:a16="http://schemas.microsoft.com/office/drawing/2014/main" id="{77C4A0C3-1234-421E-A551-0CCE47F50B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F7A6A9-05F6-462F-BCDE-7610242D9891}"/>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3536497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00659-18B6-472B-906F-F65BB52FEF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ED0457-E559-4714-B2C0-C0C552E54A6F}"/>
              </a:ext>
            </a:extLst>
          </p:cNvPr>
          <p:cNvSpPr>
            <a:spLocks noGrp="1"/>
          </p:cNvSpPr>
          <p:nvPr>
            <p:ph type="dt" sz="half" idx="10"/>
          </p:nvPr>
        </p:nvSpPr>
        <p:spPr/>
        <p:txBody>
          <a:bodyPr/>
          <a:lstStyle/>
          <a:p>
            <a:fld id="{CF28D52E-5E76-4F17-B8E5-8FB7CFEB1C6C}" type="datetimeFigureOut">
              <a:rPr lang="en-US" smtClean="0"/>
              <a:t>6/20/2024</a:t>
            </a:fld>
            <a:endParaRPr lang="en-US"/>
          </a:p>
        </p:txBody>
      </p:sp>
      <p:sp>
        <p:nvSpPr>
          <p:cNvPr id="4" name="Footer Placeholder 3">
            <a:extLst>
              <a:ext uri="{FF2B5EF4-FFF2-40B4-BE49-F238E27FC236}">
                <a16:creationId xmlns:a16="http://schemas.microsoft.com/office/drawing/2014/main" id="{92E098A8-0A0B-4A4E-9E37-8371347AB9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3E07D6-330E-46CA-9677-1567CE6F6C72}"/>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3238605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161CB2-CB82-4E90-987D-81CF646B38EC}"/>
              </a:ext>
            </a:extLst>
          </p:cNvPr>
          <p:cNvSpPr>
            <a:spLocks noGrp="1"/>
          </p:cNvSpPr>
          <p:nvPr>
            <p:ph type="dt" sz="half" idx="10"/>
          </p:nvPr>
        </p:nvSpPr>
        <p:spPr/>
        <p:txBody>
          <a:bodyPr/>
          <a:lstStyle/>
          <a:p>
            <a:fld id="{CF28D52E-5E76-4F17-B8E5-8FB7CFEB1C6C}" type="datetimeFigureOut">
              <a:rPr lang="en-US" smtClean="0"/>
              <a:t>6/20/2024</a:t>
            </a:fld>
            <a:endParaRPr lang="en-US"/>
          </a:p>
        </p:txBody>
      </p:sp>
      <p:sp>
        <p:nvSpPr>
          <p:cNvPr id="3" name="Footer Placeholder 2">
            <a:extLst>
              <a:ext uri="{FF2B5EF4-FFF2-40B4-BE49-F238E27FC236}">
                <a16:creationId xmlns:a16="http://schemas.microsoft.com/office/drawing/2014/main" id="{0FA371FA-B3F2-4C79-8DFF-9AA16A4B3F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6CB9A1-1149-4081-9F25-A0791B791CCD}"/>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2783073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204B6-C36F-4CA8-AE3E-811EB44230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A6E593-223D-41EF-9471-2382AC1175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E0D843-C97F-4761-AE52-54B3C7CDB1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17A074-567E-442D-A245-D85DB1149134}"/>
              </a:ext>
            </a:extLst>
          </p:cNvPr>
          <p:cNvSpPr>
            <a:spLocks noGrp="1"/>
          </p:cNvSpPr>
          <p:nvPr>
            <p:ph type="dt" sz="half" idx="10"/>
          </p:nvPr>
        </p:nvSpPr>
        <p:spPr/>
        <p:txBody>
          <a:bodyPr/>
          <a:lstStyle/>
          <a:p>
            <a:fld id="{CF28D52E-5E76-4F17-B8E5-8FB7CFEB1C6C}" type="datetimeFigureOut">
              <a:rPr lang="en-US" smtClean="0"/>
              <a:t>6/20/2024</a:t>
            </a:fld>
            <a:endParaRPr lang="en-US"/>
          </a:p>
        </p:txBody>
      </p:sp>
      <p:sp>
        <p:nvSpPr>
          <p:cNvPr id="6" name="Footer Placeholder 5">
            <a:extLst>
              <a:ext uri="{FF2B5EF4-FFF2-40B4-BE49-F238E27FC236}">
                <a16:creationId xmlns:a16="http://schemas.microsoft.com/office/drawing/2014/main" id="{77542C5B-577E-48FF-B69E-4DF97A94D8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44E8B4-0613-458C-8042-DBAEB545A6C7}"/>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2471046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BDE23-E15A-4800-9D9F-8B371E632B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B2F229F-199B-4BCD-A7F3-772815CB54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F0F9F6-64EC-4F57-842D-E8B221090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8D116F-0531-4732-8C58-338DC7CE7D0E}"/>
              </a:ext>
            </a:extLst>
          </p:cNvPr>
          <p:cNvSpPr>
            <a:spLocks noGrp="1"/>
          </p:cNvSpPr>
          <p:nvPr>
            <p:ph type="dt" sz="half" idx="10"/>
          </p:nvPr>
        </p:nvSpPr>
        <p:spPr/>
        <p:txBody>
          <a:bodyPr/>
          <a:lstStyle/>
          <a:p>
            <a:fld id="{CF28D52E-5E76-4F17-B8E5-8FB7CFEB1C6C}" type="datetimeFigureOut">
              <a:rPr lang="en-US" smtClean="0"/>
              <a:t>6/20/2024</a:t>
            </a:fld>
            <a:endParaRPr lang="en-US"/>
          </a:p>
        </p:txBody>
      </p:sp>
      <p:sp>
        <p:nvSpPr>
          <p:cNvPr id="6" name="Footer Placeholder 5">
            <a:extLst>
              <a:ext uri="{FF2B5EF4-FFF2-40B4-BE49-F238E27FC236}">
                <a16:creationId xmlns:a16="http://schemas.microsoft.com/office/drawing/2014/main" id="{44A8D836-3B75-4D16-B2F3-4D15CEBEED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6F1CF5-292C-4722-A4BE-688F7734B6A9}"/>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665115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B1D7A-D0F8-43D7-AE40-407BF3DD58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74FB90-C5ED-459F-9EFC-5DA2B5F87D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0B249-DE84-45C5-BD57-24107D046B33}"/>
              </a:ext>
            </a:extLst>
          </p:cNvPr>
          <p:cNvSpPr>
            <a:spLocks noGrp="1"/>
          </p:cNvSpPr>
          <p:nvPr>
            <p:ph type="dt" sz="half" idx="10"/>
          </p:nvPr>
        </p:nvSpPr>
        <p:spPr/>
        <p:txBody>
          <a:bodyPr/>
          <a:lstStyle/>
          <a:p>
            <a:fld id="{CF28D52E-5E76-4F17-B8E5-8FB7CFEB1C6C}" type="datetimeFigureOut">
              <a:rPr lang="en-US" smtClean="0"/>
              <a:t>6/20/2024</a:t>
            </a:fld>
            <a:endParaRPr lang="en-US"/>
          </a:p>
        </p:txBody>
      </p:sp>
      <p:sp>
        <p:nvSpPr>
          <p:cNvPr id="5" name="Footer Placeholder 4">
            <a:extLst>
              <a:ext uri="{FF2B5EF4-FFF2-40B4-BE49-F238E27FC236}">
                <a16:creationId xmlns:a16="http://schemas.microsoft.com/office/drawing/2014/main" id="{B2828F06-F633-45FD-8818-944F11ACCA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25231-D37F-431E-BC12-D6B3EEF45C54}"/>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2403269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EA93B0-F16E-470C-A90B-E4900D414C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9A1796-45DC-4CF4-AF08-2954EB71A0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783EE0-DC8B-4537-9164-18DDA38BBC01}"/>
              </a:ext>
            </a:extLst>
          </p:cNvPr>
          <p:cNvSpPr>
            <a:spLocks noGrp="1"/>
          </p:cNvSpPr>
          <p:nvPr>
            <p:ph type="dt" sz="half" idx="10"/>
          </p:nvPr>
        </p:nvSpPr>
        <p:spPr/>
        <p:txBody>
          <a:bodyPr/>
          <a:lstStyle/>
          <a:p>
            <a:fld id="{CF28D52E-5E76-4F17-B8E5-8FB7CFEB1C6C}" type="datetimeFigureOut">
              <a:rPr lang="en-US" smtClean="0"/>
              <a:t>6/20/2024</a:t>
            </a:fld>
            <a:endParaRPr lang="en-US"/>
          </a:p>
        </p:txBody>
      </p:sp>
      <p:sp>
        <p:nvSpPr>
          <p:cNvPr id="5" name="Footer Placeholder 4">
            <a:extLst>
              <a:ext uri="{FF2B5EF4-FFF2-40B4-BE49-F238E27FC236}">
                <a16:creationId xmlns:a16="http://schemas.microsoft.com/office/drawing/2014/main" id="{A7D73FBB-23D2-4D7A-B021-EF17F1FAC5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02BCD0-3D69-4070-B373-FEC3A791DF4C}"/>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555160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commons.wikimedia.org/wiki/File:Apply_Green_Patterns_to_your_Design_and_Feel_A_New_Look.jpg"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extLst>
              <a:ext uri="{837473B0-CC2E-450A-ABE3-18F120FF3D39}">
                <a1611:picAttrSrcUrl xmlns:a1611="http://schemas.microsoft.com/office/drawing/2016/11/main" r:id="rId14"/>
              </a:ext>
            </a:extLst>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A6B850-FDB7-49B1-AE80-5C81F8EB00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3F5911-148D-4A85-9263-D051405506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D58F34-C040-48CE-AAE8-73562D5E44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8D52E-5E76-4F17-B8E5-8FB7CFEB1C6C}" type="datetimeFigureOut">
              <a:rPr lang="en-US" smtClean="0"/>
              <a:t>6/20/2024</a:t>
            </a:fld>
            <a:endParaRPr lang="en-US"/>
          </a:p>
        </p:txBody>
      </p:sp>
      <p:sp>
        <p:nvSpPr>
          <p:cNvPr id="5" name="Footer Placeholder 4">
            <a:extLst>
              <a:ext uri="{FF2B5EF4-FFF2-40B4-BE49-F238E27FC236}">
                <a16:creationId xmlns:a16="http://schemas.microsoft.com/office/drawing/2014/main" id="{54A08963-3389-4AD7-9906-BD533B6AB9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74AEF56-0FE9-4A5F-826D-4983A956FC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10EF62-7E1F-4D14-A290-B1A5B056E1B1}" type="slidenum">
              <a:rPr lang="en-US" smtClean="0"/>
              <a:t>‹#›</a:t>
            </a:fld>
            <a:endParaRPr lang="en-US"/>
          </a:p>
        </p:txBody>
      </p:sp>
    </p:spTree>
    <p:extLst>
      <p:ext uri="{BB962C8B-B14F-4D97-AF65-F5344CB8AC3E}">
        <p14:creationId xmlns:p14="http://schemas.microsoft.com/office/powerpoint/2010/main" val="2820808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081377" y="1890234"/>
            <a:ext cx="8064708" cy="1093401"/>
          </a:xfrm>
          <a:prstGeom prst="rect">
            <a:avLst/>
          </a:prstGeom>
        </p:spPr>
        <p:txBody>
          <a:bodyPr vert="horz" wrap="none" lIns="38099" tIns="0" rIns="38099" bIns="0" anchor="b">
            <a:noAutofit/>
            <a:scene3d>
              <a:camera prst="orthographicFront"/>
              <a:lightRig rig="soft" dir="t">
                <a:rot lat="0" lon="0" rev="17220000"/>
              </a:lightRig>
            </a:scene3d>
            <a:sp3d prstMaterial="softEdge">
              <a:bevelT w="38100" h="38100"/>
            </a:sp3d>
          </a:bodyPr>
          <a:lstStyle/>
          <a:p>
            <a:pPr marL="0" marR="0" lvl="0" indent="0" algn="ctr" defTabSz="535747" rtl="0" eaLnBrk="1" fontAlgn="auto" latinLnBrk="0" hangingPunct="1">
              <a:lnSpc>
                <a:spcPct val="100000"/>
              </a:lnSpc>
              <a:spcBef>
                <a:spcPct val="0"/>
              </a:spcBef>
              <a:spcAft>
                <a:spcPts val="0"/>
              </a:spcAft>
              <a:buClrTx/>
              <a:buSzTx/>
              <a:buFontTx/>
              <a:buNone/>
              <a:tabLst/>
              <a:defRPr/>
            </a:pPr>
            <a:r>
              <a:rPr kumimoji="0" lang="en-US" sz="3200" b="0" i="0" u="none" strike="noStrike" kern="1200" cap="all" spc="0" normalizeH="0" baseline="0" noProof="0" dirty="0">
                <a:ln w="6350">
                  <a:solidFill>
                    <a:sysClr val="windowText" lastClr="000000"/>
                  </a:solidFill>
                </a:ln>
                <a:solidFill>
                  <a:prstClr val="white"/>
                </a:solidFill>
                <a:effectLst>
                  <a:outerShdw blurRad="50800" dist="38100" dir="2700000">
                    <a:srgbClr val="000000">
                      <a:alpha val="43000"/>
                    </a:srgbClr>
                  </a:outerShdw>
                </a:effectLst>
                <a:uLnTx/>
                <a:uFillTx/>
                <a:latin typeface="Arial Black"/>
                <a:ea typeface="+mn-ea"/>
                <a:cs typeface="Arial Black"/>
              </a:rPr>
              <a:t>A READING </a:t>
            </a:r>
            <a:r>
              <a:rPr kumimoji="0" lang="en-US" sz="3200" b="0" i="0" u="none" strike="noStrike" kern="1200" cap="all" spc="0" normalizeH="0" baseline="0" noProof="0" dirty="0" err="1">
                <a:ln w="6350">
                  <a:solidFill>
                    <a:sysClr val="windowText" lastClr="000000"/>
                  </a:solidFill>
                </a:ln>
                <a:solidFill>
                  <a:prstClr val="white"/>
                </a:solidFill>
                <a:effectLst>
                  <a:outerShdw blurRad="50800" dist="38100" dir="2700000">
                    <a:srgbClr val="000000">
                      <a:alpha val="43000"/>
                    </a:srgbClr>
                  </a:outerShdw>
                </a:effectLst>
                <a:uLnTx/>
                <a:uFillTx/>
                <a:latin typeface="Arial Black"/>
                <a:ea typeface="+mn-ea"/>
                <a:cs typeface="Arial Black"/>
              </a:rPr>
              <a:t>FrOM</a:t>
            </a:r>
            <a:r>
              <a:rPr kumimoji="0" lang="en-US" sz="3200" b="0" i="0" u="none" strike="noStrike" kern="1200" cap="all" spc="0" normalizeH="0" baseline="0" noProof="0" dirty="0">
                <a:ln w="6350">
                  <a:solidFill>
                    <a:sysClr val="windowText" lastClr="000000"/>
                  </a:solidFill>
                </a:ln>
                <a:solidFill>
                  <a:prstClr val="white"/>
                </a:solidFill>
                <a:effectLst>
                  <a:outerShdw blurRad="50800" dist="38100" dir="2700000">
                    <a:srgbClr val="000000">
                      <a:alpha val="43000"/>
                    </a:srgbClr>
                  </a:outerShdw>
                </a:effectLst>
                <a:uLnTx/>
                <a:uFillTx/>
                <a:latin typeface="Arial Black"/>
                <a:ea typeface="+mn-ea"/>
                <a:cs typeface="Arial Black"/>
              </a:rPr>
              <a:t> the</a:t>
            </a:r>
          </a:p>
          <a:p>
            <a:pPr marL="0" marR="0" lvl="0" indent="0" algn="ctr" defTabSz="535747" rtl="0" eaLnBrk="1" fontAlgn="auto" latinLnBrk="0" hangingPunct="1">
              <a:lnSpc>
                <a:spcPct val="100000"/>
              </a:lnSpc>
              <a:spcBef>
                <a:spcPct val="0"/>
              </a:spcBef>
              <a:spcAft>
                <a:spcPts val="0"/>
              </a:spcAft>
              <a:buClrTx/>
              <a:buSzTx/>
              <a:buFontTx/>
              <a:buNone/>
              <a:tabLst/>
              <a:defRPr/>
            </a:pPr>
            <a:r>
              <a:rPr kumimoji="0" lang="en-US" sz="3200" b="0" i="0" u="none" strike="noStrike" kern="1200" cap="all" spc="0" normalizeH="0" baseline="0" noProof="0" dirty="0">
                <a:ln w="6350">
                  <a:solidFill>
                    <a:sysClr val="windowText" lastClr="000000"/>
                  </a:solidFill>
                </a:ln>
                <a:solidFill>
                  <a:prstClr val="white"/>
                </a:solidFill>
                <a:effectLst>
                  <a:outerShdw blurRad="50800" dist="38100" dir="2700000">
                    <a:srgbClr val="000000">
                      <a:alpha val="43000"/>
                    </a:srgbClr>
                  </a:outerShdw>
                </a:effectLst>
                <a:uLnTx/>
                <a:uFillTx/>
                <a:latin typeface="Arial Black"/>
                <a:ea typeface="+mn-ea"/>
                <a:cs typeface="Arial Black"/>
              </a:rPr>
              <a:t>Book of job </a:t>
            </a:r>
          </a:p>
        </p:txBody>
      </p:sp>
      <p:sp>
        <p:nvSpPr>
          <p:cNvPr id="3" name="Text Placeholder 2"/>
          <p:cNvSpPr txBox="1">
            <a:spLocks/>
          </p:cNvSpPr>
          <p:nvPr/>
        </p:nvSpPr>
        <p:spPr>
          <a:xfrm>
            <a:off x="4556904" y="3612217"/>
            <a:ext cx="2696804" cy="420503"/>
          </a:xfrm>
          <a:prstGeom prst="rect">
            <a:avLst/>
          </a:prstGeom>
        </p:spPr>
        <p:txBody>
          <a:bodyPr vert="horz" lIns="76199" tIns="38099" rIns="76199" bIns="38099">
            <a:noAutofit/>
          </a:bodyPr>
          <a:lstStyle/>
          <a:p>
            <a:pPr marL="0" marR="0" lvl="0" indent="0" algn="ctr" defTabSz="535747" rtl="0" eaLnBrk="1" fontAlgn="auto" latinLnBrk="0" hangingPunct="1">
              <a:lnSpc>
                <a:spcPct val="100000"/>
              </a:lnSpc>
              <a:spcBef>
                <a:spcPct val="20000"/>
              </a:spcBef>
              <a:spcAft>
                <a:spcPts val="0"/>
              </a:spcAft>
              <a:buClr>
                <a:prstClr val="black">
                  <a:shade val="95000"/>
                </a:prstClr>
              </a:buClr>
              <a:buSzPct val="65000"/>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a:ea typeface="+mn-ea"/>
                <a:cs typeface="Arial Black"/>
              </a:rPr>
              <a:t>38:1, 8-11</a:t>
            </a:r>
          </a:p>
        </p:txBody>
      </p:sp>
    </p:spTree>
    <p:extLst>
      <p:ext uri="{BB962C8B-B14F-4D97-AF65-F5344CB8AC3E}">
        <p14:creationId xmlns:p14="http://schemas.microsoft.com/office/powerpoint/2010/main" val="15821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5360" y="1067664"/>
            <a:ext cx="10657840" cy="397031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The Lord addressed Job out of the storm and said:</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Who shut within doors the sea,</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when it burst forth from the womb;</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when I made the clouds its garment</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and thick darkness its swaddling bands?</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When I set limits for it</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and fastened the bar of its door,</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and said: Thus far shall you come but no farther,</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and here shall your proud waves be stilled!</a:t>
            </a:r>
          </a:p>
        </p:txBody>
      </p:sp>
    </p:spTree>
    <p:extLst>
      <p:ext uri="{BB962C8B-B14F-4D97-AF65-F5344CB8AC3E}">
        <p14:creationId xmlns:p14="http://schemas.microsoft.com/office/powerpoint/2010/main" val="389679567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48854" y="1947928"/>
            <a:ext cx="8032955" cy="230832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The word of the Lord.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Thanks be to God.</a:t>
            </a:r>
          </a:p>
        </p:txBody>
      </p:sp>
    </p:spTree>
    <p:extLst>
      <p:ext uri="{BB962C8B-B14F-4D97-AF65-F5344CB8AC3E}">
        <p14:creationId xmlns:p14="http://schemas.microsoft.com/office/powerpoint/2010/main" val="1619404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descr="A picture containing text&#10;&#10;Description automatically generated">
            <a:extLst>
              <a:ext uri="{FF2B5EF4-FFF2-40B4-BE49-F238E27FC236}">
                <a16:creationId xmlns:a16="http://schemas.microsoft.com/office/drawing/2014/main" id="{1A745D90-5993-486A-AA1F-CD93AC45D395}"/>
              </a:ext>
            </a:extLst>
          </p:cNvPr>
          <p:cNvPicPr>
            <a:picLocks noChangeAspect="1"/>
          </p:cNvPicPr>
          <p:nvPr/>
        </p:nvPicPr>
        <p:blipFill rotWithShape="1">
          <a:blip r:embed="rId3"/>
          <a:srcRect t="19206"/>
          <a:stretch/>
        </p:blipFill>
        <p:spPr>
          <a:xfrm>
            <a:off x="684575" y="685800"/>
            <a:ext cx="10821625" cy="5486400"/>
          </a:xfrm>
          <a:prstGeom prst="rect">
            <a:avLst/>
          </a:prstGeom>
        </p:spPr>
      </p:pic>
    </p:spTree>
    <p:extLst>
      <p:ext uri="{BB962C8B-B14F-4D97-AF65-F5344CB8AC3E}">
        <p14:creationId xmlns:p14="http://schemas.microsoft.com/office/powerpoint/2010/main" val="151181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2286000" y="393331"/>
            <a:ext cx="7619999" cy="356341"/>
          </a:xfrm>
          <a:prstGeom prst="rect">
            <a:avLst/>
          </a:prstGeom>
        </p:spPr>
        <p:txBody>
          <a:bodyPr vert="horz" wrap="none" lIns="38099" tIns="0" rIns="38099" bIns="0" anchor="b">
            <a:noAutofit/>
            <a:scene3d>
              <a:camera prst="orthographicFront"/>
              <a:lightRig rig="soft" dir="t">
                <a:rot lat="0" lon="0" rev="17220000"/>
              </a:lightRig>
            </a:scene3d>
            <a:sp3d prstMaterial="softEdge">
              <a:bevelT w="38100" h="38100"/>
            </a:sp3d>
          </a:bodyPr>
          <a:lstStyle/>
          <a:p>
            <a:pPr marL="0" marR="0" lvl="0" indent="0" algn="ctr" defTabSz="535747" rtl="0" eaLnBrk="1" fontAlgn="auto" latinLnBrk="0" hangingPunct="1">
              <a:lnSpc>
                <a:spcPct val="100000"/>
              </a:lnSpc>
              <a:spcBef>
                <a:spcPct val="0"/>
              </a:spcBef>
              <a:spcAft>
                <a:spcPts val="0"/>
              </a:spcAft>
              <a:buClrTx/>
              <a:buSzTx/>
              <a:buFontTx/>
              <a:buNone/>
              <a:tabLst/>
              <a:defRPr/>
            </a:pPr>
            <a:r>
              <a:rPr kumimoji="0" lang="en-US" sz="3200" b="0" i="0" u="none" strike="noStrike" kern="1200" cap="all" spc="0" normalizeH="0" baseline="0" noProof="0" dirty="0">
                <a:ln w="6350">
                  <a:solidFill>
                    <a:sysClr val="windowText" lastClr="000000"/>
                  </a:solidFill>
                </a:ln>
                <a:solidFill>
                  <a:prstClr val="white"/>
                </a:solidFill>
                <a:effectLst/>
                <a:uLnTx/>
                <a:uFillTx/>
                <a:latin typeface="Arial Black"/>
                <a:ea typeface="+mn-ea"/>
                <a:cs typeface="Arial Black"/>
              </a:rPr>
              <a:t>RESPONSORIAL PSALM</a:t>
            </a:r>
          </a:p>
        </p:txBody>
      </p:sp>
      <p:sp>
        <p:nvSpPr>
          <p:cNvPr id="7" name="Text Placeholder 2"/>
          <p:cNvSpPr txBox="1">
            <a:spLocks/>
          </p:cNvSpPr>
          <p:nvPr/>
        </p:nvSpPr>
        <p:spPr>
          <a:xfrm>
            <a:off x="2428240" y="926538"/>
            <a:ext cx="7122159" cy="420503"/>
          </a:xfrm>
          <a:prstGeom prst="rect">
            <a:avLst/>
          </a:prstGeom>
        </p:spPr>
        <p:txBody>
          <a:bodyPr vert="horz" lIns="76199" tIns="38099" rIns="76199" bIns="38099">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Psalm </a:t>
            </a:r>
            <a:r>
              <a:rPr kumimoji="0" lang="en-US" sz="3200" b="1" i="0" u="none" strike="noStrike" kern="1200" cap="small"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107:23-24, 25-26, 28-29, 30-31</a:t>
            </a:r>
            <a:endParaRPr kumimoji="0" lang="en-US" sz="32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p:txBody>
      </p:sp>
      <p:sp>
        <p:nvSpPr>
          <p:cNvPr id="2" name="Rectangle 1"/>
          <p:cNvSpPr/>
          <p:nvPr/>
        </p:nvSpPr>
        <p:spPr>
          <a:xfrm>
            <a:off x="556934" y="2225040"/>
            <a:ext cx="10864770" cy="281961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32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Times New Roman" panose="02020603050405020304" pitchFamily="18" charset="0"/>
                <a:cs typeface="Times New Roman" panose="02020603050405020304" pitchFamily="18" charset="0"/>
              </a:rPr>
              <a:t>V:  </a:t>
            </a: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Give thanks to the Lord, his love is everlasting.</a:t>
            </a:r>
            <a:endPar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ctr" defTabSz="914400" rtl="0" eaLnBrk="1" fontAlgn="auto" latinLnBrk="0" hangingPunct="1">
              <a:lnSpc>
                <a:spcPct val="115000"/>
              </a:lnSpc>
              <a:spcBef>
                <a:spcPts val="0"/>
              </a:spcBef>
              <a:spcAft>
                <a:spcPts val="0"/>
              </a:spcAft>
              <a:buClrTx/>
              <a:buSzTx/>
              <a:buFontTx/>
              <a:buNone/>
              <a:tabLst/>
              <a:defRPr/>
            </a:pPr>
            <a:endParaRPr kumimoji="0" lang="en-US" sz="32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32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Calibri" panose="020F0502020204030204" pitchFamily="34" charset="0"/>
                <a:cs typeface="Times New Roman" panose="02020603050405020304" pitchFamily="18" charset="0"/>
              </a:rPr>
              <a:t>R:  </a:t>
            </a: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32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Give thanks to the Lord, his love is everlasting.</a:t>
            </a:r>
            <a:endParaRPr kumimoji="0" lang="en-US" sz="32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399644266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32810" y="942534"/>
            <a:ext cx="8603226" cy="181588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They who sailed the sea in ships,</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trading on the deep waters,</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These saw the works of the LORD</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and his wonders in the abyss.</a:t>
            </a:r>
          </a:p>
        </p:txBody>
      </p:sp>
      <p:sp>
        <p:nvSpPr>
          <p:cNvPr id="4" name="Rectangle 3">
            <a:extLst>
              <a:ext uri="{FF2B5EF4-FFF2-40B4-BE49-F238E27FC236}">
                <a16:creationId xmlns:a16="http://schemas.microsoft.com/office/drawing/2014/main" id="{AA668379-E02F-4227-83F9-7BAEE3F56192}"/>
              </a:ext>
            </a:extLst>
          </p:cNvPr>
          <p:cNvSpPr/>
          <p:nvPr/>
        </p:nvSpPr>
        <p:spPr>
          <a:xfrm>
            <a:off x="891294" y="3870291"/>
            <a:ext cx="10086258" cy="2045175"/>
          </a:xfrm>
          <a:prstGeom prst="rect">
            <a:avLst/>
          </a:prstGeom>
        </p:spPr>
        <p:txBody>
          <a:bodyPr wrap="squar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endPar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Calibri" panose="020F0502020204030204" pitchFamily="34" charset="0"/>
                <a:cs typeface="Times New Roman" panose="02020603050405020304" pitchFamily="18" charset="0"/>
              </a:rPr>
              <a:t>R:  </a:t>
            </a: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Give thanks to the Lord, his love is everlasting.</a:t>
            </a:r>
            <a:endPar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ctr" defTabSz="914400" rtl="0" eaLnBrk="1" fontAlgn="auto" latinLnBrk="0" hangingPunct="1">
              <a:lnSpc>
                <a:spcPct val="115000"/>
              </a:lnSpc>
              <a:spcBef>
                <a:spcPts val="0"/>
              </a:spcBef>
              <a:spcAft>
                <a:spcPts val="0"/>
              </a:spcAft>
              <a:buClrTx/>
              <a:buSzTx/>
              <a:buFontTx/>
              <a:buNone/>
              <a:tabLst/>
              <a:defRPr/>
            </a:pPr>
            <a:endPar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27740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54703" y="970668"/>
            <a:ext cx="10759440" cy="181588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His command raised up a storm wind</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which tossed its waves on high.</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They mounted up to heaven; they sank to the depths;</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their hearts melted away in their plight.</a:t>
            </a:r>
          </a:p>
        </p:txBody>
      </p:sp>
      <p:sp>
        <p:nvSpPr>
          <p:cNvPr id="4" name="Rectangle 3">
            <a:extLst>
              <a:ext uri="{FF2B5EF4-FFF2-40B4-BE49-F238E27FC236}">
                <a16:creationId xmlns:a16="http://schemas.microsoft.com/office/drawing/2014/main" id="{AA668379-E02F-4227-83F9-7BAEE3F56192}"/>
              </a:ext>
            </a:extLst>
          </p:cNvPr>
          <p:cNvSpPr/>
          <p:nvPr/>
        </p:nvSpPr>
        <p:spPr>
          <a:xfrm>
            <a:off x="891294" y="3870291"/>
            <a:ext cx="10086258" cy="2045175"/>
          </a:xfrm>
          <a:prstGeom prst="rect">
            <a:avLst/>
          </a:prstGeom>
        </p:spPr>
        <p:txBody>
          <a:bodyPr wrap="squar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endPar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Calibri" panose="020F0502020204030204" pitchFamily="34" charset="0"/>
                <a:cs typeface="Times New Roman" panose="02020603050405020304" pitchFamily="18" charset="0"/>
              </a:rPr>
              <a:t>R:  </a:t>
            </a: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Give thanks to the Lord, his love is everlasting.</a:t>
            </a:r>
            <a:endPar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ctr" defTabSz="914400" rtl="0" eaLnBrk="1" fontAlgn="auto" latinLnBrk="0" hangingPunct="1">
              <a:lnSpc>
                <a:spcPct val="115000"/>
              </a:lnSpc>
              <a:spcBef>
                <a:spcPts val="0"/>
              </a:spcBef>
              <a:spcAft>
                <a:spcPts val="0"/>
              </a:spcAft>
              <a:buClrTx/>
              <a:buSzTx/>
              <a:buFontTx/>
              <a:buNone/>
              <a:tabLst/>
              <a:defRPr/>
            </a:pPr>
            <a:endPar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07227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54703" y="970668"/>
            <a:ext cx="10759440" cy="181588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They cried to the LORD in their distress;</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from their straits he rescued them,</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He hushed the storm to a gentle breeze,</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and the billows of the sea were stilled.</a:t>
            </a:r>
          </a:p>
        </p:txBody>
      </p:sp>
      <p:sp>
        <p:nvSpPr>
          <p:cNvPr id="4" name="Rectangle 3">
            <a:extLst>
              <a:ext uri="{FF2B5EF4-FFF2-40B4-BE49-F238E27FC236}">
                <a16:creationId xmlns:a16="http://schemas.microsoft.com/office/drawing/2014/main" id="{AA668379-E02F-4227-83F9-7BAEE3F56192}"/>
              </a:ext>
            </a:extLst>
          </p:cNvPr>
          <p:cNvSpPr/>
          <p:nvPr/>
        </p:nvSpPr>
        <p:spPr>
          <a:xfrm>
            <a:off x="891294" y="3870291"/>
            <a:ext cx="10086258" cy="2045175"/>
          </a:xfrm>
          <a:prstGeom prst="rect">
            <a:avLst/>
          </a:prstGeom>
        </p:spPr>
        <p:txBody>
          <a:bodyPr wrap="squar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endPar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Calibri" panose="020F0502020204030204" pitchFamily="34" charset="0"/>
                <a:cs typeface="Times New Roman" panose="02020603050405020304" pitchFamily="18" charset="0"/>
              </a:rPr>
              <a:t>R:  </a:t>
            </a: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Give thanks to the Lord, his love is everlasting.</a:t>
            </a:r>
            <a:endPar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ctr" defTabSz="914400" rtl="0" eaLnBrk="1" fontAlgn="auto" latinLnBrk="0" hangingPunct="1">
              <a:lnSpc>
                <a:spcPct val="115000"/>
              </a:lnSpc>
              <a:spcBef>
                <a:spcPts val="0"/>
              </a:spcBef>
              <a:spcAft>
                <a:spcPts val="0"/>
              </a:spcAft>
              <a:buClrTx/>
              <a:buSzTx/>
              <a:buFontTx/>
              <a:buNone/>
              <a:tabLst/>
              <a:defRPr/>
            </a:pPr>
            <a:endPar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81081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54703" y="970668"/>
            <a:ext cx="10759440" cy="181588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They rejoiced that they were calmed,</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and he brought them to their desired haven.</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Let them give thanks to the LORD for his kindness</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and his wondrous deeds to the children of men.</a:t>
            </a:r>
          </a:p>
        </p:txBody>
      </p:sp>
      <p:sp>
        <p:nvSpPr>
          <p:cNvPr id="4" name="Rectangle 3">
            <a:extLst>
              <a:ext uri="{FF2B5EF4-FFF2-40B4-BE49-F238E27FC236}">
                <a16:creationId xmlns:a16="http://schemas.microsoft.com/office/drawing/2014/main" id="{AA668379-E02F-4227-83F9-7BAEE3F56192}"/>
              </a:ext>
            </a:extLst>
          </p:cNvPr>
          <p:cNvSpPr/>
          <p:nvPr/>
        </p:nvSpPr>
        <p:spPr>
          <a:xfrm>
            <a:off x="891294" y="3870291"/>
            <a:ext cx="10086258" cy="2045175"/>
          </a:xfrm>
          <a:prstGeom prst="rect">
            <a:avLst/>
          </a:prstGeom>
        </p:spPr>
        <p:txBody>
          <a:bodyPr wrap="squar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endPar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Calibri" panose="020F0502020204030204" pitchFamily="34" charset="0"/>
                <a:cs typeface="Times New Roman" panose="02020603050405020304" pitchFamily="18" charset="0"/>
              </a:rPr>
              <a:t>R:  </a:t>
            </a: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 Give thanks to the Lord, his love is everlasting.</a:t>
            </a:r>
            <a:endPar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ctr" defTabSz="914400" rtl="0" eaLnBrk="1" fontAlgn="auto" latinLnBrk="0" hangingPunct="1">
              <a:lnSpc>
                <a:spcPct val="115000"/>
              </a:lnSpc>
              <a:spcBef>
                <a:spcPts val="0"/>
              </a:spcBef>
              <a:spcAft>
                <a:spcPts val="0"/>
              </a:spcAft>
              <a:buClrTx/>
              <a:buSzTx/>
              <a:buFontTx/>
              <a:buNone/>
              <a:tabLst/>
              <a:defRPr/>
            </a:pPr>
            <a:endPar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91691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A picture containing text&#10;&#10;Description automatically generated">
            <a:extLst>
              <a:ext uri="{FF2B5EF4-FFF2-40B4-BE49-F238E27FC236}">
                <a16:creationId xmlns:a16="http://schemas.microsoft.com/office/drawing/2014/main" id="{984A1D4E-5563-4373-946B-E78FC4464346}"/>
              </a:ext>
            </a:extLst>
          </p:cNvPr>
          <p:cNvPicPr>
            <a:picLocks noChangeAspect="1"/>
          </p:cNvPicPr>
          <p:nvPr/>
        </p:nvPicPr>
        <p:blipFill rotWithShape="1">
          <a:blip r:embed="rId3"/>
          <a:srcRect t="19206"/>
          <a:stretch/>
        </p:blipFill>
        <p:spPr>
          <a:xfrm>
            <a:off x="684575" y="685800"/>
            <a:ext cx="10821625" cy="5486400"/>
          </a:xfrm>
          <a:prstGeom prst="rect">
            <a:avLst/>
          </a:prstGeom>
        </p:spPr>
      </p:pic>
    </p:spTree>
    <p:extLst>
      <p:ext uri="{BB962C8B-B14F-4D97-AF65-F5344CB8AC3E}">
        <p14:creationId xmlns:p14="http://schemas.microsoft.com/office/powerpoint/2010/main" val="2169253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063646" y="1554954"/>
            <a:ext cx="8064708" cy="1093401"/>
          </a:xfrm>
          <a:prstGeom prst="rect">
            <a:avLst/>
          </a:prstGeom>
        </p:spPr>
        <p:txBody>
          <a:bodyPr vert="horz" wrap="none" lIns="38099" tIns="0" rIns="38099" bIns="0" anchor="b">
            <a:noAutofit/>
            <a:scene3d>
              <a:camera prst="orthographicFront"/>
              <a:lightRig rig="soft" dir="t">
                <a:rot lat="0" lon="0" rev="17220000"/>
              </a:lightRig>
            </a:scene3d>
            <a:sp3d prstMaterial="softEdge">
              <a:bevelT w="38100" h="38100"/>
            </a:sp3d>
          </a:bodyPr>
          <a:lstStyle/>
          <a:p>
            <a:pPr marL="0" marR="0" lvl="0" indent="0" algn="ctr" defTabSz="535747" rtl="0" eaLnBrk="1" fontAlgn="auto" latinLnBrk="0" hangingPunct="1">
              <a:lnSpc>
                <a:spcPct val="100000"/>
              </a:lnSpc>
              <a:spcBef>
                <a:spcPct val="0"/>
              </a:spcBef>
              <a:spcAft>
                <a:spcPts val="0"/>
              </a:spcAft>
              <a:buClrTx/>
              <a:buSzTx/>
              <a:buFontTx/>
              <a:buNone/>
              <a:tabLst/>
              <a:defRPr/>
            </a:pPr>
            <a:r>
              <a:rPr kumimoji="0" lang="en-US" sz="3200" b="0" i="0" u="none" strike="noStrike" kern="1200" cap="all" spc="0" normalizeH="0" baseline="0" noProof="0" dirty="0">
                <a:ln w="6350">
                  <a:solidFill>
                    <a:sysClr val="windowText" lastClr="000000"/>
                  </a:solidFill>
                </a:ln>
                <a:solidFill>
                  <a:prstClr val="white"/>
                </a:solidFill>
                <a:effectLst>
                  <a:outerShdw blurRad="50800" dist="38100" dir="2700000">
                    <a:srgbClr val="000000">
                      <a:alpha val="43000"/>
                    </a:srgbClr>
                  </a:outerShdw>
                </a:effectLst>
                <a:uLnTx/>
                <a:uFillTx/>
                <a:latin typeface="Arial Black"/>
                <a:ea typeface="+mn-ea"/>
                <a:cs typeface="Arial Black"/>
              </a:rPr>
              <a:t>A READING from the second</a:t>
            </a:r>
          </a:p>
          <a:p>
            <a:pPr marL="0" marR="0" lvl="0" indent="0" algn="ctr" defTabSz="535747" rtl="0" eaLnBrk="1" fontAlgn="auto" latinLnBrk="0" hangingPunct="1">
              <a:lnSpc>
                <a:spcPct val="100000"/>
              </a:lnSpc>
              <a:spcBef>
                <a:spcPct val="0"/>
              </a:spcBef>
              <a:spcAft>
                <a:spcPts val="0"/>
              </a:spcAft>
              <a:buClrTx/>
              <a:buSzTx/>
              <a:buFontTx/>
              <a:buNone/>
              <a:tabLst/>
              <a:defRPr/>
            </a:pPr>
            <a:r>
              <a:rPr kumimoji="0" lang="en-US" sz="3200" b="0" i="0" u="none" strike="noStrike" kern="1200" cap="all" spc="0" normalizeH="0" baseline="0" noProof="0" dirty="0">
                <a:ln w="6350">
                  <a:solidFill>
                    <a:sysClr val="windowText" lastClr="000000"/>
                  </a:solidFill>
                </a:ln>
                <a:solidFill>
                  <a:prstClr val="white"/>
                </a:solidFill>
                <a:effectLst>
                  <a:outerShdw blurRad="50800" dist="38100" dir="2700000">
                    <a:srgbClr val="000000">
                      <a:alpha val="43000"/>
                    </a:srgbClr>
                  </a:outerShdw>
                </a:effectLst>
                <a:uLnTx/>
                <a:uFillTx/>
                <a:latin typeface="Arial Black"/>
                <a:ea typeface="+mn-ea"/>
                <a:cs typeface="Arial Black"/>
              </a:rPr>
              <a:t>Letter of </a:t>
            </a:r>
            <a:r>
              <a:rPr kumimoji="0" lang="en-US" sz="3200" b="0" i="0" u="none" strike="noStrike" kern="1200" cap="all" spc="0" normalizeH="0" baseline="0" noProof="0" dirty="0" err="1">
                <a:ln w="6350">
                  <a:solidFill>
                    <a:sysClr val="windowText" lastClr="000000"/>
                  </a:solidFill>
                </a:ln>
                <a:solidFill>
                  <a:prstClr val="white"/>
                </a:solidFill>
                <a:effectLst>
                  <a:outerShdw blurRad="50800" dist="38100" dir="2700000">
                    <a:srgbClr val="000000">
                      <a:alpha val="43000"/>
                    </a:srgbClr>
                  </a:outerShdw>
                </a:effectLst>
                <a:uLnTx/>
                <a:uFillTx/>
                <a:latin typeface="Arial Black"/>
                <a:ea typeface="+mn-ea"/>
                <a:cs typeface="Arial Black"/>
              </a:rPr>
              <a:t>st.</a:t>
            </a:r>
            <a:r>
              <a:rPr kumimoji="0" lang="en-US" sz="3200" b="0" i="0" u="none" strike="noStrike" kern="1200" cap="all" spc="0" normalizeH="0" baseline="0" noProof="0" dirty="0">
                <a:ln w="6350">
                  <a:solidFill>
                    <a:sysClr val="windowText" lastClr="000000"/>
                  </a:solidFill>
                </a:ln>
                <a:solidFill>
                  <a:prstClr val="white"/>
                </a:solidFill>
                <a:effectLst>
                  <a:outerShdw blurRad="50800" dist="38100" dir="2700000">
                    <a:srgbClr val="000000">
                      <a:alpha val="43000"/>
                    </a:srgbClr>
                  </a:outerShdw>
                </a:effectLst>
                <a:uLnTx/>
                <a:uFillTx/>
                <a:latin typeface="Arial Black"/>
                <a:ea typeface="+mn-ea"/>
                <a:cs typeface="Arial Black"/>
              </a:rPr>
              <a:t> </a:t>
            </a:r>
            <a:r>
              <a:rPr kumimoji="0" lang="en-US" sz="3200" b="0" i="0" u="none" strike="noStrike" kern="1200" cap="all" spc="0" normalizeH="0" baseline="0" noProof="0" dirty="0" err="1">
                <a:ln w="6350">
                  <a:solidFill>
                    <a:sysClr val="windowText" lastClr="000000"/>
                  </a:solidFill>
                </a:ln>
                <a:solidFill>
                  <a:prstClr val="white"/>
                </a:solidFill>
                <a:effectLst>
                  <a:outerShdw blurRad="50800" dist="38100" dir="2700000">
                    <a:srgbClr val="000000">
                      <a:alpha val="43000"/>
                    </a:srgbClr>
                  </a:outerShdw>
                </a:effectLst>
                <a:uLnTx/>
                <a:uFillTx/>
                <a:latin typeface="Arial Black"/>
                <a:ea typeface="+mn-ea"/>
                <a:cs typeface="Arial Black"/>
              </a:rPr>
              <a:t>paul</a:t>
            </a:r>
            <a:r>
              <a:rPr kumimoji="0" lang="en-US" sz="3200" b="0" i="0" u="none" strike="noStrike" kern="1200" cap="all" spc="0" normalizeH="0" baseline="0" noProof="0" dirty="0">
                <a:ln w="6350">
                  <a:solidFill>
                    <a:sysClr val="windowText" lastClr="000000"/>
                  </a:solidFill>
                </a:ln>
                <a:solidFill>
                  <a:prstClr val="white"/>
                </a:solidFill>
                <a:effectLst>
                  <a:outerShdw blurRad="50800" dist="38100" dir="2700000">
                    <a:srgbClr val="000000">
                      <a:alpha val="43000"/>
                    </a:srgbClr>
                  </a:outerShdw>
                </a:effectLst>
                <a:uLnTx/>
                <a:uFillTx/>
                <a:latin typeface="Arial Black"/>
                <a:ea typeface="+mn-ea"/>
                <a:cs typeface="Arial Black"/>
              </a:rPr>
              <a:t> to the </a:t>
            </a:r>
            <a:r>
              <a:rPr kumimoji="0" lang="en-US" sz="3200" b="0" i="0" u="none" strike="noStrike" kern="1200" cap="all" spc="0" normalizeH="0" baseline="0" noProof="0" dirty="0" err="1">
                <a:ln w="6350">
                  <a:solidFill>
                    <a:sysClr val="windowText" lastClr="000000"/>
                  </a:solidFill>
                </a:ln>
                <a:solidFill>
                  <a:prstClr val="white"/>
                </a:solidFill>
                <a:effectLst>
                  <a:outerShdw blurRad="50800" dist="38100" dir="2700000">
                    <a:srgbClr val="000000">
                      <a:alpha val="43000"/>
                    </a:srgbClr>
                  </a:outerShdw>
                </a:effectLst>
                <a:uLnTx/>
                <a:uFillTx/>
                <a:latin typeface="Arial Black"/>
                <a:ea typeface="+mn-ea"/>
                <a:cs typeface="Arial Black"/>
              </a:rPr>
              <a:t>corinthians</a:t>
            </a:r>
            <a:r>
              <a:rPr kumimoji="0" lang="en-US" sz="3200" b="0" i="0" u="none" strike="noStrike" kern="1200" cap="all" spc="0" normalizeH="0" baseline="0" noProof="0" dirty="0">
                <a:ln w="6350">
                  <a:solidFill>
                    <a:sysClr val="windowText" lastClr="000000"/>
                  </a:solidFill>
                </a:ln>
                <a:solidFill>
                  <a:prstClr val="white"/>
                </a:solidFill>
                <a:effectLst>
                  <a:outerShdw blurRad="50800" dist="38100" dir="2700000">
                    <a:srgbClr val="000000">
                      <a:alpha val="43000"/>
                    </a:srgbClr>
                  </a:outerShdw>
                </a:effectLst>
                <a:uLnTx/>
                <a:uFillTx/>
                <a:latin typeface="Arial Black"/>
                <a:ea typeface="+mn-ea"/>
                <a:cs typeface="Arial Black"/>
              </a:rPr>
              <a:t> </a:t>
            </a:r>
          </a:p>
        </p:txBody>
      </p:sp>
      <p:sp>
        <p:nvSpPr>
          <p:cNvPr id="3" name="Text Placeholder 2"/>
          <p:cNvSpPr txBox="1">
            <a:spLocks/>
          </p:cNvSpPr>
          <p:nvPr/>
        </p:nvSpPr>
        <p:spPr>
          <a:xfrm>
            <a:off x="4556904" y="3612217"/>
            <a:ext cx="2696804" cy="420503"/>
          </a:xfrm>
          <a:prstGeom prst="rect">
            <a:avLst/>
          </a:prstGeom>
        </p:spPr>
        <p:txBody>
          <a:bodyPr vert="horz" lIns="76199" tIns="38099" rIns="76199" bIns="38099">
            <a:noAutofit/>
          </a:bodyPr>
          <a:lstStyle/>
          <a:p>
            <a:pPr marL="0" marR="0" lvl="0" indent="0" algn="ctr" defTabSz="535747" rtl="0" eaLnBrk="1" fontAlgn="auto" latinLnBrk="0" hangingPunct="1">
              <a:lnSpc>
                <a:spcPct val="100000"/>
              </a:lnSpc>
              <a:spcBef>
                <a:spcPct val="20000"/>
              </a:spcBef>
              <a:spcAft>
                <a:spcPts val="0"/>
              </a:spcAft>
              <a:buClr>
                <a:prstClr val="black">
                  <a:shade val="95000"/>
                </a:prstClr>
              </a:buClr>
              <a:buSzPct val="65000"/>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a:ea typeface="+mn-ea"/>
                <a:cs typeface="Arial Black"/>
              </a:rPr>
              <a:t>5:14-17</a:t>
            </a:r>
          </a:p>
        </p:txBody>
      </p:sp>
    </p:spTree>
    <p:extLst>
      <p:ext uri="{BB962C8B-B14F-4D97-AF65-F5344CB8AC3E}">
        <p14:creationId xmlns:p14="http://schemas.microsoft.com/office/powerpoint/2010/main" val="1940776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7680" y="915264"/>
            <a:ext cx="11216640" cy="4832092"/>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Brothers and sisters: The love of Christ impels us,</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once we have come to the conviction that one died for all; therefore, all have died. He indeed died for all, so that those who live might no longer live for themselves</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but for him who for their sake died and was raised.</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Consequently, from now on we regard no one according to the flesh; even if we once knew Christ according to the flesh, yet now we know him so no longer. So whoever is in Christ is a new creation: the old things have passed away; behold, new things have come.</a:t>
            </a:r>
          </a:p>
        </p:txBody>
      </p:sp>
    </p:spTree>
    <p:extLst>
      <p:ext uri="{BB962C8B-B14F-4D97-AF65-F5344CB8AC3E}">
        <p14:creationId xmlns:p14="http://schemas.microsoft.com/office/powerpoint/2010/main" val="102571385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48854" y="1947928"/>
            <a:ext cx="8032955" cy="230832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The word of the Lord.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Thanks be to God.</a:t>
            </a:r>
          </a:p>
        </p:txBody>
      </p:sp>
    </p:spTree>
    <p:extLst>
      <p:ext uri="{BB962C8B-B14F-4D97-AF65-F5344CB8AC3E}">
        <p14:creationId xmlns:p14="http://schemas.microsoft.com/office/powerpoint/2010/main" val="3618097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A picture containing text&#10;&#10;Description automatically generated">
            <a:extLst>
              <a:ext uri="{FF2B5EF4-FFF2-40B4-BE49-F238E27FC236}">
                <a16:creationId xmlns:a16="http://schemas.microsoft.com/office/drawing/2014/main" id="{E5951EF2-B5FD-4636-8071-8E7B1F2F6B86}"/>
              </a:ext>
            </a:extLst>
          </p:cNvPr>
          <p:cNvPicPr>
            <a:picLocks noChangeAspect="1"/>
          </p:cNvPicPr>
          <p:nvPr/>
        </p:nvPicPr>
        <p:blipFill rotWithShape="1">
          <a:blip r:embed="rId3"/>
          <a:srcRect t="19206"/>
          <a:stretch/>
        </p:blipFill>
        <p:spPr>
          <a:xfrm>
            <a:off x="684575" y="685800"/>
            <a:ext cx="10821625" cy="5486400"/>
          </a:xfrm>
          <a:prstGeom prst="rect">
            <a:avLst/>
          </a:prstGeom>
        </p:spPr>
      </p:pic>
    </p:spTree>
    <p:extLst>
      <p:ext uri="{BB962C8B-B14F-4D97-AF65-F5344CB8AC3E}">
        <p14:creationId xmlns:p14="http://schemas.microsoft.com/office/powerpoint/2010/main" val="4133943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3149600" y="254001"/>
            <a:ext cx="5667105" cy="424174"/>
          </a:xfrm>
          <a:prstGeom prst="rect">
            <a:avLst/>
          </a:prstGeom>
        </p:spPr>
        <p:txBody>
          <a:bodyPr vert="horz" lIns="31749" tIns="0" rIns="31749" bIns="0" anchor="b">
            <a:noAutofit/>
          </a:bodyPr>
          <a:lstStyle/>
          <a:p>
            <a:pPr marL="0" marR="0" lvl="0" indent="0" algn="ctr" defTabSz="446438" rtl="0" eaLnBrk="1" fontAlgn="auto" latinLnBrk="0" hangingPunct="1">
              <a:lnSpc>
                <a:spcPct val="100000"/>
              </a:lnSpc>
              <a:spcBef>
                <a:spcPct val="0"/>
              </a:spcBef>
              <a:spcAft>
                <a:spcPts val="0"/>
              </a:spcAft>
              <a:buClrTx/>
              <a:buSzTx/>
              <a:buFontTx/>
              <a:buNone/>
              <a:tabLst/>
              <a:defRPr/>
            </a:pPr>
            <a:r>
              <a:rPr kumimoji="0" lang="en-US" sz="2800" b="0" i="0" u="none" strike="noStrike" kern="1200" cap="all" spc="0" normalizeH="0" baseline="0" noProof="0" dirty="0">
                <a:ln w="6350">
                  <a:solidFill>
                    <a:sysClr val="windowText" lastClr="000000"/>
                  </a:solidFill>
                </a:ln>
                <a:solidFill>
                  <a:prstClr val="white"/>
                </a:solidFill>
                <a:effectLst/>
                <a:uLnTx/>
                <a:uFillTx/>
                <a:latin typeface="Arial Black"/>
                <a:ea typeface="+mn-ea"/>
                <a:cs typeface="Arial Black"/>
              </a:rPr>
              <a:t>GOSPEL Acclamation</a:t>
            </a:r>
          </a:p>
        </p:txBody>
      </p:sp>
      <p:sp>
        <p:nvSpPr>
          <p:cNvPr id="5" name="TextBox 4"/>
          <p:cNvSpPr txBox="1"/>
          <p:nvPr/>
        </p:nvSpPr>
        <p:spPr>
          <a:xfrm>
            <a:off x="1487352" y="1473740"/>
            <a:ext cx="8991600" cy="3970318"/>
          </a:xfrm>
          <a:prstGeom prst="rect">
            <a:avLst/>
          </a:prstGeom>
          <a:noFill/>
          <a:effectLst>
            <a:softEdge rad="2286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sz="2800" b="1" i="0" u="none" strike="noStrike" kern="1200" cap="none" spc="0" normalizeH="0" baseline="0" noProof="0" dirty="0">
                <a:ln>
                  <a:solidFill>
                    <a:sysClr val="windowText" lastClr="000000"/>
                  </a:solidFill>
                </a:ln>
                <a:solidFill>
                  <a:prstClr val="white"/>
                </a:solidFill>
                <a:effectLst>
                  <a:outerShdw blurRad="50800" dist="50800" dir="5400000" algn="ctr" rotWithShape="0">
                    <a:prstClr val="white"/>
                  </a:outerShdw>
                </a:effectLst>
                <a:uLnTx/>
                <a:uFillTx/>
                <a:latin typeface="Arial Black" panose="020B0A04020102020204" pitchFamily="34" charset="0"/>
                <a:ea typeface="Arial Black" charset="0"/>
                <a:cs typeface="Arial Black" charset="0"/>
              </a:rPr>
            </a:br>
            <a:r>
              <a:rPr kumimoji="0" lang="en-US" sz="2800" b="1" i="0" u="none" strike="noStrike" kern="1200" cap="none" spc="0" normalizeH="0" baseline="0" noProof="0" dirty="0">
                <a:ln>
                  <a:solidFill>
                    <a:sysClr val="windowText" lastClr="000000"/>
                  </a:solidFill>
                </a:ln>
                <a:solidFill>
                  <a:prstClr val="white"/>
                </a:solidFill>
                <a:effectLst>
                  <a:outerShdw blurRad="50800" dist="50800" dir="5400000" algn="ctr" rotWithShape="0">
                    <a:prstClr val="white"/>
                  </a:outerShdw>
                </a:effectLst>
                <a:uLnTx/>
                <a:uFillTx/>
                <a:latin typeface="Arial Black" panose="020B0A04020102020204" pitchFamily="34" charset="0"/>
                <a:ea typeface="Arial Black" charset="0"/>
                <a:cs typeface="Arial Black" charset="0"/>
              </a:rPr>
              <a:t> </a:t>
            </a:r>
            <a:r>
              <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All (2x): </a:t>
            </a: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Alleluia, alleluia, alleluia</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solidFill>
                  <a:sysClr val="windowText" lastClr="000000"/>
                </a:solidFill>
              </a:ln>
              <a:solidFill>
                <a:prstClr val="white"/>
              </a:solidFill>
              <a:effectLst>
                <a:outerShdw blurRad="50800" dist="50800" dir="5400000" algn="ctr" rotWithShape="0">
                  <a:prstClr val="white"/>
                </a:outerShdw>
              </a:effectLst>
              <a:uLnTx/>
              <a:uFillTx/>
              <a:latin typeface="Arial Black" panose="020B0A04020102020204" pitchFamily="34" charset="0"/>
              <a:ea typeface="Arial Black" charset="0"/>
              <a:cs typeface="Arial Black"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Cantor: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A great prophet has risen in our midst </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God has visited his people.</a:t>
            </a:r>
            <a:endParaRPr kumimoji="0" lang="en-US" sz="2800" b="1"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All (2x): Alleluia, alleluia, alleluia</a:t>
            </a:r>
          </a:p>
        </p:txBody>
      </p:sp>
    </p:spTree>
    <p:extLst>
      <p:ext uri="{BB962C8B-B14F-4D97-AF65-F5344CB8AC3E}">
        <p14:creationId xmlns:p14="http://schemas.microsoft.com/office/powerpoint/2010/main" val="161085179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A picture containing text&#10;&#10;Description automatically generated">
            <a:extLst>
              <a:ext uri="{FF2B5EF4-FFF2-40B4-BE49-F238E27FC236}">
                <a16:creationId xmlns:a16="http://schemas.microsoft.com/office/drawing/2014/main" id="{6685EBF4-A124-4CBD-A48E-187F6ADB5FA0}"/>
              </a:ext>
            </a:extLst>
          </p:cNvPr>
          <p:cNvPicPr>
            <a:picLocks noChangeAspect="1"/>
          </p:cNvPicPr>
          <p:nvPr/>
        </p:nvPicPr>
        <p:blipFill rotWithShape="1">
          <a:blip r:embed="rId3"/>
          <a:srcRect t="19206"/>
          <a:stretch/>
        </p:blipFill>
        <p:spPr>
          <a:xfrm>
            <a:off x="684575" y="685800"/>
            <a:ext cx="10821625" cy="5486400"/>
          </a:xfrm>
          <a:prstGeom prst="rect">
            <a:avLst/>
          </a:prstGeom>
        </p:spPr>
      </p:pic>
    </p:spTree>
    <p:extLst>
      <p:ext uri="{BB962C8B-B14F-4D97-AF65-F5344CB8AC3E}">
        <p14:creationId xmlns:p14="http://schemas.microsoft.com/office/powerpoint/2010/main" val="1285750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873375" y="1269591"/>
            <a:ext cx="8487533" cy="1279434"/>
          </a:xfrm>
          <a:prstGeom prst="rect">
            <a:avLst/>
          </a:prstGeom>
        </p:spPr>
        <p:txBody>
          <a:bodyPr vert="horz" lIns="38099" tIns="0" rIns="38099" bIns="0" anchor="b">
            <a:noAutofit/>
          </a:bodyPr>
          <a:lstStyle/>
          <a:p>
            <a:pPr marL="0" marR="0" lvl="0" indent="0" algn="ctr" defTabSz="535747" rtl="0" eaLnBrk="1" fontAlgn="auto" latinLnBrk="0" hangingPunct="1">
              <a:lnSpc>
                <a:spcPct val="100000"/>
              </a:lnSpc>
              <a:spcBef>
                <a:spcPct val="0"/>
              </a:spcBef>
              <a:spcAft>
                <a:spcPts val="0"/>
              </a:spcAft>
              <a:buClrTx/>
              <a:buSzTx/>
              <a:buFontTx/>
              <a:buNone/>
              <a:tabLst/>
              <a:defRPr/>
            </a:pPr>
            <a:r>
              <a:rPr kumimoji="0" lang="en-US" sz="3200" b="0" i="0" u="none" strike="noStrike" kern="1200" cap="all" spc="0" normalizeH="0" baseline="0" noProof="0" dirty="0">
                <a:ln w="6350">
                  <a:solidFill>
                    <a:sysClr val="windowText" lastClr="000000"/>
                  </a:solidFill>
                </a:ln>
                <a:solidFill>
                  <a:prstClr val="white"/>
                </a:solidFill>
                <a:effectLst/>
                <a:uLnTx/>
                <a:uFillTx/>
                <a:latin typeface="Arial Black"/>
                <a:ea typeface="+mn-ea"/>
                <a:cs typeface="Arial Black"/>
              </a:rPr>
              <a:t>A Reading from the holy gospel</a:t>
            </a:r>
          </a:p>
          <a:p>
            <a:pPr marL="0" marR="0" lvl="0" indent="0" algn="ctr" defTabSz="535747" rtl="0" eaLnBrk="1" fontAlgn="auto" latinLnBrk="0" hangingPunct="1">
              <a:lnSpc>
                <a:spcPct val="100000"/>
              </a:lnSpc>
              <a:spcBef>
                <a:spcPct val="0"/>
              </a:spcBef>
              <a:spcAft>
                <a:spcPts val="0"/>
              </a:spcAft>
              <a:buClrTx/>
              <a:buSzTx/>
              <a:buFontTx/>
              <a:buNone/>
              <a:tabLst/>
              <a:defRPr/>
            </a:pPr>
            <a:endParaRPr kumimoji="0" lang="en-US" sz="3200" b="0" i="0" u="none" strike="noStrike" kern="1200" cap="all" spc="0" normalizeH="0" baseline="0" noProof="0" dirty="0">
              <a:ln w="6350">
                <a:solidFill>
                  <a:sysClr val="windowText" lastClr="000000"/>
                </a:solidFill>
              </a:ln>
              <a:solidFill>
                <a:prstClr val="white"/>
              </a:solidFill>
              <a:effectLst/>
              <a:uLnTx/>
              <a:uFillTx/>
              <a:latin typeface="Arial Black"/>
              <a:ea typeface="+mn-ea"/>
              <a:cs typeface="Arial Black"/>
            </a:endParaRPr>
          </a:p>
          <a:p>
            <a:pPr marL="0" marR="0" lvl="0" indent="0" algn="ctr" defTabSz="535747" rtl="0" eaLnBrk="1" fontAlgn="auto" latinLnBrk="0" hangingPunct="1">
              <a:lnSpc>
                <a:spcPct val="100000"/>
              </a:lnSpc>
              <a:spcBef>
                <a:spcPct val="0"/>
              </a:spcBef>
              <a:spcAft>
                <a:spcPts val="0"/>
              </a:spcAft>
              <a:buClrTx/>
              <a:buSzTx/>
              <a:buFontTx/>
              <a:buNone/>
              <a:tabLst/>
              <a:defRPr/>
            </a:pPr>
            <a:r>
              <a:rPr kumimoji="0" lang="en-US" sz="3200" b="0" i="0" u="none" strike="noStrike" kern="1200" cap="all" spc="0" normalizeH="0" baseline="0" noProof="0" dirty="0">
                <a:ln w="6350">
                  <a:solidFill>
                    <a:sysClr val="windowText" lastClr="000000"/>
                  </a:solidFill>
                </a:ln>
                <a:solidFill>
                  <a:prstClr val="white"/>
                </a:solidFill>
                <a:effectLst/>
                <a:uLnTx/>
                <a:uFillTx/>
                <a:latin typeface="Arial Black"/>
                <a:ea typeface="+mn-ea"/>
                <a:cs typeface="Arial Black"/>
              </a:rPr>
              <a:t> according to mark</a:t>
            </a:r>
          </a:p>
        </p:txBody>
      </p:sp>
      <p:sp>
        <p:nvSpPr>
          <p:cNvPr id="4" name="Text Placeholder 2"/>
          <p:cNvSpPr txBox="1">
            <a:spLocks/>
          </p:cNvSpPr>
          <p:nvPr/>
        </p:nvSpPr>
        <p:spPr>
          <a:xfrm>
            <a:off x="4876800" y="3379299"/>
            <a:ext cx="2209800" cy="388471"/>
          </a:xfrm>
          <a:prstGeom prst="rect">
            <a:avLst/>
          </a:prstGeom>
        </p:spPr>
        <p:txBody>
          <a:bodyPr vert="horz" lIns="76199" tIns="38099" rIns="76199" bIns="38099">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4:35-41</a:t>
            </a:r>
          </a:p>
        </p:txBody>
      </p:sp>
    </p:spTree>
    <p:extLst>
      <p:ext uri="{BB962C8B-B14F-4D97-AF65-F5344CB8AC3E}">
        <p14:creationId xmlns:p14="http://schemas.microsoft.com/office/powerpoint/2010/main" val="2268972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7680" y="366624"/>
            <a:ext cx="11216640" cy="61247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On that day, as evening drew on, Jesus said to his disciples: “Let us cross to the other side.” Leaving the crowd, they took Jesus with them in the boat just as he was. And other boats were with him. A violent squall came up and waves were breaking over the boat, so that it was already filling up. Jesus was in the stern, asleep on a cushion. They woke him and said to him, “Teacher, do you not care that we are perishing?” He woke up,</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rebuked the wind, and said to the sea, “Quiet!  Be still!”</a:t>
            </a:r>
            <a:b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br>
            <a:r>
              <a:rPr kumimoji="0" lang="en-US" sz="28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The wind ceased and there was great calm. Then he asked them, “Why are you terrified? Do you not yet have faith?” They were filled with great awe and said to one another, “Who then is this whom even wind and sea obey?”</a:t>
            </a:r>
          </a:p>
        </p:txBody>
      </p:sp>
    </p:spTree>
    <p:extLst>
      <p:ext uri="{BB962C8B-B14F-4D97-AF65-F5344CB8AC3E}">
        <p14:creationId xmlns:p14="http://schemas.microsoft.com/office/powerpoint/2010/main" val="418039759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31300" y="1947928"/>
            <a:ext cx="8694295" cy="230832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The Gospel of the Lord.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solidFill>
                    <a:sysClr val="windowText" lastClr="000000"/>
                  </a:solidFill>
                </a:ln>
                <a:solidFill>
                  <a:prstClr val="white"/>
                </a:solidFill>
                <a:effectLst/>
                <a:uLnTx/>
                <a:uFillTx/>
                <a:latin typeface="Arial Black" panose="020B0A04020102020204" pitchFamily="34" charset="0"/>
                <a:ea typeface="+mn-ea"/>
                <a:cs typeface="+mn-cs"/>
              </a:rPr>
              <a:t>Praise to you Lord, Jesus Christ.</a:t>
            </a:r>
          </a:p>
        </p:txBody>
      </p:sp>
    </p:spTree>
    <p:extLst>
      <p:ext uri="{BB962C8B-B14F-4D97-AF65-F5344CB8AC3E}">
        <p14:creationId xmlns:p14="http://schemas.microsoft.com/office/powerpoint/2010/main" val="3119225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Rectangle 72">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Jesus Calms the Storm Sunday School Lesson Script (Mark 4:35-41) - Better  Bible Teachers">
            <a:extLst>
              <a:ext uri="{FF2B5EF4-FFF2-40B4-BE49-F238E27FC236}">
                <a16:creationId xmlns:a16="http://schemas.microsoft.com/office/drawing/2014/main" id="{0A702E12-E2C7-4EC7-9696-1CB48BB4E1A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1281" y="-95464"/>
            <a:ext cx="12334925" cy="6953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613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C681C32C-7AFC-4BB3-9088-65CBDFC5D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The Patriotic Rosary - For the Consecration of Our Nation">
            <a:extLst>
              <a:ext uri="{FF2B5EF4-FFF2-40B4-BE49-F238E27FC236}">
                <a16:creationId xmlns:a16="http://schemas.microsoft.com/office/drawing/2014/main" id="{28E86CA0-1900-0DB3-4D4D-A57B736B20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521" r="7466"/>
          <a:stretch/>
        </p:blipFill>
        <p:spPr bwMode="auto">
          <a:xfrm>
            <a:off x="20" y="432"/>
            <a:ext cx="12191980" cy="424475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ABE5474-97CF-A734-4121-EE536C1E6964}"/>
              </a:ext>
            </a:extLst>
          </p:cNvPr>
          <p:cNvSpPr txBox="1"/>
          <p:nvPr/>
        </p:nvSpPr>
        <p:spPr>
          <a:xfrm>
            <a:off x="486561" y="4021891"/>
            <a:ext cx="11014746" cy="2378482"/>
          </a:xfrm>
          <a:prstGeom prst="rect">
            <a:avLst/>
          </a:prstGeom>
        </p:spPr>
        <p:txBody>
          <a:bodyPr vert="horz" lIns="91440" tIns="45720" rIns="91440" bIns="45720" rtlCol="0">
            <a:noAutofit/>
          </a:bodyPr>
          <a:lstStyle/>
          <a:p>
            <a:pPr marR="0">
              <a:lnSpc>
                <a:spcPct val="90000"/>
              </a:lnSpc>
              <a:spcBef>
                <a:spcPts val="0"/>
              </a:spcBef>
              <a:spcAft>
                <a:spcPts val="600"/>
              </a:spcAft>
            </a:pPr>
            <a:r>
              <a:rPr lang="en-US" sz="2800" dirty="0">
                <a:effectLst/>
                <a:latin typeface="Arial Black" panose="020B0A04020102020204" pitchFamily="34" charset="0"/>
              </a:rPr>
              <a:t>Our parish’s monthly Patriotic Rosary is switching its platform from Facebook to ZOOM! So, please join us on ZOOM in praying the Patriotic Rosary for our nation, in the month of our nation’s Independence Day celebration, on Tuesday, July 2nd at 8:00 pm! Please see the bulletin announcement for more details!</a:t>
            </a:r>
          </a:p>
        </p:txBody>
      </p:sp>
      <p:sp>
        <p:nvSpPr>
          <p:cNvPr id="1033" name="Rectangle 1032">
            <a:extLst>
              <a:ext uri="{FF2B5EF4-FFF2-40B4-BE49-F238E27FC236}">
                <a16:creationId xmlns:a16="http://schemas.microsoft.com/office/drawing/2014/main" id="{199C0ED0-69DE-4C31-A5CF-E2A46FD302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8D42B8BD-40AF-488E-8A79-D7256C9172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6805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879</Words>
  <Application>Microsoft Office PowerPoint</Application>
  <PresentationFormat>Widescreen</PresentationFormat>
  <Paragraphs>83</Paragraphs>
  <Slides>21</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Arial Black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Katherine Kantz</dc:creator>
  <cp:lastModifiedBy>Katherine Kantz</cp:lastModifiedBy>
  <cp:revision>38</cp:revision>
  <dcterms:created xsi:type="dcterms:W3CDTF">2021-04-10T15:42:03Z</dcterms:created>
  <dcterms:modified xsi:type="dcterms:W3CDTF">2024-06-21T05:28:55Z</dcterms:modified>
</cp:coreProperties>
</file>